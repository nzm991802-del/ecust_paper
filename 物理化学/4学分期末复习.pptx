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jpeg" ContentType="image/jpeg"/>
  <Default Extension="emf" ContentType="image/x-emf"/>
  <Default Extension="wmf" ContentType="image/x-wmf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heme/theme2.xml" ContentType="application/vnd.openxmlformats-officedocument.theme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5" r:id="rId1"/>
    <p:sldMasterId id="2147483657" r:id="rId2"/>
    <p:sldMasterId id="2147483822" r:id="rId3"/>
  </p:sldMasterIdLst>
  <p:notesMasterIdLst>
    <p:notesMasterId r:id="rId95"/>
  </p:notesMasterIdLst>
  <p:sldIdLst>
    <p:sldId id="479" r:id="rId4"/>
    <p:sldId id="522" r:id="rId5"/>
    <p:sldId id="410" r:id="rId6"/>
    <p:sldId id="513" r:id="rId7"/>
    <p:sldId id="385" r:id="rId8"/>
    <p:sldId id="386" r:id="rId9"/>
    <p:sldId id="413" r:id="rId10"/>
    <p:sldId id="509" r:id="rId11"/>
    <p:sldId id="387" r:id="rId12"/>
    <p:sldId id="388" r:id="rId13"/>
    <p:sldId id="514" r:id="rId14"/>
    <p:sldId id="389" r:id="rId15"/>
    <p:sldId id="390" r:id="rId16"/>
    <p:sldId id="480" r:id="rId17"/>
    <p:sldId id="481" r:id="rId18"/>
    <p:sldId id="394" r:id="rId19"/>
    <p:sldId id="395" r:id="rId20"/>
    <p:sldId id="415" r:id="rId21"/>
    <p:sldId id="396" r:id="rId22"/>
    <p:sldId id="397" r:id="rId23"/>
    <p:sldId id="398" r:id="rId24"/>
    <p:sldId id="399" r:id="rId25"/>
    <p:sldId id="515" r:id="rId26"/>
    <p:sldId id="401" r:id="rId27"/>
    <p:sldId id="402" r:id="rId28"/>
    <p:sldId id="403" r:id="rId29"/>
    <p:sldId id="404" r:id="rId30"/>
    <p:sldId id="482" r:id="rId31"/>
    <p:sldId id="405" r:id="rId32"/>
    <p:sldId id="510" r:id="rId33"/>
    <p:sldId id="511" r:id="rId34"/>
    <p:sldId id="516" r:id="rId35"/>
    <p:sldId id="438" r:id="rId36"/>
    <p:sldId id="517" r:id="rId37"/>
    <p:sldId id="521" r:id="rId38"/>
    <p:sldId id="441" r:id="rId39"/>
    <p:sldId id="442" r:id="rId40"/>
    <p:sldId id="443" r:id="rId41"/>
    <p:sldId id="518" r:id="rId42"/>
    <p:sldId id="446" r:id="rId43"/>
    <p:sldId id="447" r:id="rId44"/>
    <p:sldId id="448" r:id="rId45"/>
    <p:sldId id="457" r:id="rId46"/>
    <p:sldId id="461" r:id="rId47"/>
    <p:sldId id="462" r:id="rId48"/>
    <p:sldId id="464" r:id="rId49"/>
    <p:sldId id="466" r:id="rId50"/>
    <p:sldId id="468" r:id="rId51"/>
    <p:sldId id="519" r:id="rId52"/>
    <p:sldId id="469" r:id="rId53"/>
    <p:sldId id="520" r:id="rId54"/>
    <p:sldId id="512" r:id="rId55"/>
    <p:sldId id="471" r:id="rId56"/>
    <p:sldId id="472" r:id="rId57"/>
    <p:sldId id="473" r:id="rId58"/>
    <p:sldId id="474" r:id="rId59"/>
    <p:sldId id="475" r:id="rId60"/>
    <p:sldId id="476" r:id="rId61"/>
    <p:sldId id="483" r:id="rId62"/>
    <p:sldId id="485" r:id="rId63"/>
    <p:sldId id="487" r:id="rId64"/>
    <p:sldId id="488" r:id="rId65"/>
    <p:sldId id="490" r:id="rId66"/>
    <p:sldId id="491" r:id="rId67"/>
    <p:sldId id="492" r:id="rId68"/>
    <p:sldId id="493" r:id="rId69"/>
    <p:sldId id="494" r:id="rId70"/>
    <p:sldId id="496" r:id="rId71"/>
    <p:sldId id="497" r:id="rId72"/>
    <p:sldId id="499" r:id="rId73"/>
    <p:sldId id="500" r:id="rId74"/>
    <p:sldId id="501" r:id="rId75"/>
    <p:sldId id="502" r:id="rId76"/>
    <p:sldId id="503" r:id="rId77"/>
    <p:sldId id="367" r:id="rId78"/>
    <p:sldId id="368" r:id="rId79"/>
    <p:sldId id="369" r:id="rId80"/>
    <p:sldId id="381" r:id="rId81"/>
    <p:sldId id="382" r:id="rId82"/>
    <p:sldId id="370" r:id="rId83"/>
    <p:sldId id="371" r:id="rId84"/>
    <p:sldId id="372" r:id="rId85"/>
    <p:sldId id="477" r:id="rId86"/>
    <p:sldId id="478" r:id="rId87"/>
    <p:sldId id="373" r:id="rId88"/>
    <p:sldId id="374" r:id="rId89"/>
    <p:sldId id="379" r:id="rId90"/>
    <p:sldId id="434" r:id="rId91"/>
    <p:sldId id="504" r:id="rId92"/>
    <p:sldId id="505" r:id="rId93"/>
    <p:sldId id="506" r:id="rId94"/>
  </p:sldIdLst>
  <p:sldSz cx="9144000" cy="6858000" type="screen4x3"/>
  <p:notesSz cx="6858000" cy="9144000"/>
  <p:defaultTextStyle>
    <a:defPPr>
      <a:defRPr lang="zh-CN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99CCFF"/>
    <a:srgbClr val="6600FF"/>
    <a:srgbClr val="FF3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261" autoAdjust="0"/>
    <p:restoredTop sz="94660"/>
  </p:normalViewPr>
  <p:slideViewPr>
    <p:cSldViewPr>
      <p:cViewPr varScale="1">
        <p:scale>
          <a:sx n="51" d="100"/>
          <a:sy n="51" d="100"/>
        </p:scale>
        <p:origin x="1207" y="3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3.xml"/><Relationship Id="rId21" Type="http://schemas.openxmlformats.org/officeDocument/2006/relationships/slide" Target="slides/slide18.xml"/><Relationship Id="rId42" Type="http://schemas.openxmlformats.org/officeDocument/2006/relationships/slide" Target="slides/slide39.xml"/><Relationship Id="rId47" Type="http://schemas.openxmlformats.org/officeDocument/2006/relationships/slide" Target="slides/slide44.xml"/><Relationship Id="rId63" Type="http://schemas.openxmlformats.org/officeDocument/2006/relationships/slide" Target="slides/slide60.xml"/><Relationship Id="rId68" Type="http://schemas.openxmlformats.org/officeDocument/2006/relationships/slide" Target="slides/slide65.xml"/><Relationship Id="rId84" Type="http://schemas.openxmlformats.org/officeDocument/2006/relationships/slide" Target="slides/slide81.xml"/><Relationship Id="rId89" Type="http://schemas.openxmlformats.org/officeDocument/2006/relationships/slide" Target="slides/slide86.xml"/><Relationship Id="rId16" Type="http://schemas.openxmlformats.org/officeDocument/2006/relationships/slide" Target="slides/slide13.xml"/><Relationship Id="rId11" Type="http://schemas.openxmlformats.org/officeDocument/2006/relationships/slide" Target="slides/slide8.xml"/><Relationship Id="rId32" Type="http://schemas.openxmlformats.org/officeDocument/2006/relationships/slide" Target="slides/slide29.xml"/><Relationship Id="rId37" Type="http://schemas.openxmlformats.org/officeDocument/2006/relationships/slide" Target="slides/slide34.xml"/><Relationship Id="rId53" Type="http://schemas.openxmlformats.org/officeDocument/2006/relationships/slide" Target="slides/slide50.xml"/><Relationship Id="rId58" Type="http://schemas.openxmlformats.org/officeDocument/2006/relationships/slide" Target="slides/slide55.xml"/><Relationship Id="rId74" Type="http://schemas.openxmlformats.org/officeDocument/2006/relationships/slide" Target="slides/slide71.xml"/><Relationship Id="rId79" Type="http://schemas.openxmlformats.org/officeDocument/2006/relationships/slide" Target="slides/slide76.xml"/><Relationship Id="rId5" Type="http://schemas.openxmlformats.org/officeDocument/2006/relationships/slide" Target="slides/slide2.xml"/><Relationship Id="rId90" Type="http://schemas.openxmlformats.org/officeDocument/2006/relationships/slide" Target="slides/slide87.xml"/><Relationship Id="rId95" Type="http://schemas.openxmlformats.org/officeDocument/2006/relationships/notesMaster" Target="notesMasters/notesMaster1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43" Type="http://schemas.openxmlformats.org/officeDocument/2006/relationships/slide" Target="slides/slide40.xml"/><Relationship Id="rId48" Type="http://schemas.openxmlformats.org/officeDocument/2006/relationships/slide" Target="slides/slide45.xml"/><Relationship Id="rId64" Type="http://schemas.openxmlformats.org/officeDocument/2006/relationships/slide" Target="slides/slide61.xml"/><Relationship Id="rId69" Type="http://schemas.openxmlformats.org/officeDocument/2006/relationships/slide" Target="slides/slide66.xml"/><Relationship Id="rId80" Type="http://schemas.openxmlformats.org/officeDocument/2006/relationships/slide" Target="slides/slide77.xml"/><Relationship Id="rId85" Type="http://schemas.openxmlformats.org/officeDocument/2006/relationships/slide" Target="slides/slide82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openxmlformats.org/officeDocument/2006/relationships/slide" Target="slides/slide30.xml"/><Relationship Id="rId38" Type="http://schemas.openxmlformats.org/officeDocument/2006/relationships/slide" Target="slides/slide35.xml"/><Relationship Id="rId46" Type="http://schemas.openxmlformats.org/officeDocument/2006/relationships/slide" Target="slides/slide43.xml"/><Relationship Id="rId59" Type="http://schemas.openxmlformats.org/officeDocument/2006/relationships/slide" Target="slides/slide56.xml"/><Relationship Id="rId67" Type="http://schemas.openxmlformats.org/officeDocument/2006/relationships/slide" Target="slides/slide64.xml"/><Relationship Id="rId20" Type="http://schemas.openxmlformats.org/officeDocument/2006/relationships/slide" Target="slides/slide17.xml"/><Relationship Id="rId41" Type="http://schemas.openxmlformats.org/officeDocument/2006/relationships/slide" Target="slides/slide38.xml"/><Relationship Id="rId54" Type="http://schemas.openxmlformats.org/officeDocument/2006/relationships/slide" Target="slides/slide51.xml"/><Relationship Id="rId62" Type="http://schemas.openxmlformats.org/officeDocument/2006/relationships/slide" Target="slides/slide59.xml"/><Relationship Id="rId70" Type="http://schemas.openxmlformats.org/officeDocument/2006/relationships/slide" Target="slides/slide67.xml"/><Relationship Id="rId75" Type="http://schemas.openxmlformats.org/officeDocument/2006/relationships/slide" Target="slides/slide72.xml"/><Relationship Id="rId83" Type="http://schemas.openxmlformats.org/officeDocument/2006/relationships/slide" Target="slides/slide80.xml"/><Relationship Id="rId88" Type="http://schemas.openxmlformats.org/officeDocument/2006/relationships/slide" Target="slides/slide85.xml"/><Relationship Id="rId91" Type="http://schemas.openxmlformats.org/officeDocument/2006/relationships/slide" Target="slides/slide88.xml"/><Relationship Id="rId9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slide" Target="slides/slide25.xml"/><Relationship Id="rId36" Type="http://schemas.openxmlformats.org/officeDocument/2006/relationships/slide" Target="slides/slide33.xml"/><Relationship Id="rId49" Type="http://schemas.openxmlformats.org/officeDocument/2006/relationships/slide" Target="slides/slide46.xml"/><Relationship Id="rId57" Type="http://schemas.openxmlformats.org/officeDocument/2006/relationships/slide" Target="slides/slide54.xml"/><Relationship Id="rId10" Type="http://schemas.openxmlformats.org/officeDocument/2006/relationships/slide" Target="slides/slide7.xml"/><Relationship Id="rId31" Type="http://schemas.openxmlformats.org/officeDocument/2006/relationships/slide" Target="slides/slide28.xml"/><Relationship Id="rId44" Type="http://schemas.openxmlformats.org/officeDocument/2006/relationships/slide" Target="slides/slide41.xml"/><Relationship Id="rId52" Type="http://schemas.openxmlformats.org/officeDocument/2006/relationships/slide" Target="slides/slide49.xml"/><Relationship Id="rId60" Type="http://schemas.openxmlformats.org/officeDocument/2006/relationships/slide" Target="slides/slide57.xml"/><Relationship Id="rId65" Type="http://schemas.openxmlformats.org/officeDocument/2006/relationships/slide" Target="slides/slide62.xml"/><Relationship Id="rId73" Type="http://schemas.openxmlformats.org/officeDocument/2006/relationships/slide" Target="slides/slide70.xml"/><Relationship Id="rId78" Type="http://schemas.openxmlformats.org/officeDocument/2006/relationships/slide" Target="slides/slide75.xml"/><Relationship Id="rId81" Type="http://schemas.openxmlformats.org/officeDocument/2006/relationships/slide" Target="slides/slide78.xml"/><Relationship Id="rId86" Type="http://schemas.openxmlformats.org/officeDocument/2006/relationships/slide" Target="slides/slide83.xml"/><Relationship Id="rId94" Type="http://schemas.openxmlformats.org/officeDocument/2006/relationships/slide" Target="slides/slide91.xml"/><Relationship Id="rId99" Type="http://schemas.openxmlformats.org/officeDocument/2006/relationships/tableStyles" Target="tableStyles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39" Type="http://schemas.openxmlformats.org/officeDocument/2006/relationships/slide" Target="slides/slide36.xml"/><Relationship Id="rId34" Type="http://schemas.openxmlformats.org/officeDocument/2006/relationships/slide" Target="slides/slide31.xml"/><Relationship Id="rId50" Type="http://schemas.openxmlformats.org/officeDocument/2006/relationships/slide" Target="slides/slide47.xml"/><Relationship Id="rId55" Type="http://schemas.openxmlformats.org/officeDocument/2006/relationships/slide" Target="slides/slide52.xml"/><Relationship Id="rId76" Type="http://schemas.openxmlformats.org/officeDocument/2006/relationships/slide" Target="slides/slide73.xml"/><Relationship Id="rId97" Type="http://schemas.openxmlformats.org/officeDocument/2006/relationships/viewProps" Target="viewProps.xml"/><Relationship Id="rId7" Type="http://schemas.openxmlformats.org/officeDocument/2006/relationships/slide" Target="slides/slide4.xml"/><Relationship Id="rId71" Type="http://schemas.openxmlformats.org/officeDocument/2006/relationships/slide" Target="slides/slide68.xml"/><Relationship Id="rId92" Type="http://schemas.openxmlformats.org/officeDocument/2006/relationships/slide" Target="slides/slide89.xml"/><Relationship Id="rId2" Type="http://schemas.openxmlformats.org/officeDocument/2006/relationships/slideMaster" Target="slideMasters/slideMaster2.xml"/><Relationship Id="rId29" Type="http://schemas.openxmlformats.org/officeDocument/2006/relationships/slide" Target="slides/slide26.xml"/><Relationship Id="rId24" Type="http://schemas.openxmlformats.org/officeDocument/2006/relationships/slide" Target="slides/slide21.xml"/><Relationship Id="rId40" Type="http://schemas.openxmlformats.org/officeDocument/2006/relationships/slide" Target="slides/slide37.xml"/><Relationship Id="rId45" Type="http://schemas.openxmlformats.org/officeDocument/2006/relationships/slide" Target="slides/slide42.xml"/><Relationship Id="rId66" Type="http://schemas.openxmlformats.org/officeDocument/2006/relationships/slide" Target="slides/slide63.xml"/><Relationship Id="rId87" Type="http://schemas.openxmlformats.org/officeDocument/2006/relationships/slide" Target="slides/slide84.xml"/><Relationship Id="rId61" Type="http://schemas.openxmlformats.org/officeDocument/2006/relationships/slide" Target="slides/slide58.xml"/><Relationship Id="rId82" Type="http://schemas.openxmlformats.org/officeDocument/2006/relationships/slide" Target="slides/slide79.xml"/><Relationship Id="rId19" Type="http://schemas.openxmlformats.org/officeDocument/2006/relationships/slide" Target="slides/slide16.xml"/><Relationship Id="rId14" Type="http://schemas.openxmlformats.org/officeDocument/2006/relationships/slide" Target="slides/slide11.xml"/><Relationship Id="rId30" Type="http://schemas.openxmlformats.org/officeDocument/2006/relationships/slide" Target="slides/slide27.xml"/><Relationship Id="rId35" Type="http://schemas.openxmlformats.org/officeDocument/2006/relationships/slide" Target="slides/slide32.xml"/><Relationship Id="rId56" Type="http://schemas.openxmlformats.org/officeDocument/2006/relationships/slide" Target="slides/slide53.xml"/><Relationship Id="rId77" Type="http://schemas.openxmlformats.org/officeDocument/2006/relationships/slide" Target="slides/slide74.xml"/><Relationship Id="rId8" Type="http://schemas.openxmlformats.org/officeDocument/2006/relationships/slide" Target="slides/slide5.xml"/><Relationship Id="rId51" Type="http://schemas.openxmlformats.org/officeDocument/2006/relationships/slide" Target="slides/slide48.xml"/><Relationship Id="rId72" Type="http://schemas.openxmlformats.org/officeDocument/2006/relationships/slide" Target="slides/slide69.xml"/><Relationship Id="rId93" Type="http://schemas.openxmlformats.org/officeDocument/2006/relationships/slide" Target="slides/slide90.xml"/><Relationship Id="rId98" Type="http://schemas.openxmlformats.org/officeDocument/2006/relationships/theme" Target="theme/theme1.xml"/></Relationships>
</file>

<file path=ppt/drawings/_rels/vmlDrawing1.v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image" Target="../media/image5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7.wmf"/></Relationships>
</file>

<file path=ppt/drawings/_rels/vmlDrawing3.vml.rels><?xml version="1.0" encoding="UTF-8" standalone="yes"?>
<Relationships xmlns="http://schemas.openxmlformats.org/package/2006/relationships"><Relationship Id="rId3" Type="http://schemas.openxmlformats.org/officeDocument/2006/relationships/image" Target="../media/image10.emf"/><Relationship Id="rId2" Type="http://schemas.openxmlformats.org/officeDocument/2006/relationships/image" Target="../media/image9.emf"/><Relationship Id="rId1" Type="http://schemas.openxmlformats.org/officeDocument/2006/relationships/image" Target="../media/image8.emf"/><Relationship Id="rId6" Type="http://schemas.openxmlformats.org/officeDocument/2006/relationships/image" Target="../media/image13.emf"/><Relationship Id="rId5" Type="http://schemas.openxmlformats.org/officeDocument/2006/relationships/image" Target="../media/image12.emf"/><Relationship Id="rId4" Type="http://schemas.openxmlformats.org/officeDocument/2006/relationships/image" Target="../media/image11.emf"/></Relationships>
</file>

<file path=ppt/drawings/_rels/vmlDrawing4.vml.rels><?xml version="1.0" encoding="UTF-8" standalone="yes"?>
<Relationships xmlns="http://schemas.openxmlformats.org/package/2006/relationships"><Relationship Id="rId3" Type="http://schemas.openxmlformats.org/officeDocument/2006/relationships/image" Target="../media/image16.emf"/><Relationship Id="rId2" Type="http://schemas.openxmlformats.org/officeDocument/2006/relationships/image" Target="../media/image15.emf"/><Relationship Id="rId1" Type="http://schemas.openxmlformats.org/officeDocument/2006/relationships/image" Target="../media/image14.emf"/><Relationship Id="rId6" Type="http://schemas.openxmlformats.org/officeDocument/2006/relationships/image" Target="../media/image19.emf"/><Relationship Id="rId5" Type="http://schemas.openxmlformats.org/officeDocument/2006/relationships/image" Target="../media/image18.emf"/><Relationship Id="rId4" Type="http://schemas.openxmlformats.org/officeDocument/2006/relationships/image" Target="../media/image17.emf"/></Relationships>
</file>

<file path=ppt/drawings/_rels/vmlDrawing5.vml.rels><?xml version="1.0" encoding="UTF-8" standalone="yes"?>
<Relationships xmlns="http://schemas.openxmlformats.org/package/2006/relationships"><Relationship Id="rId3" Type="http://schemas.openxmlformats.org/officeDocument/2006/relationships/image" Target="../media/image22.emf"/><Relationship Id="rId2" Type="http://schemas.openxmlformats.org/officeDocument/2006/relationships/image" Target="../media/image21.emf"/><Relationship Id="rId1" Type="http://schemas.openxmlformats.org/officeDocument/2006/relationships/image" Target="../media/image20.emf"/><Relationship Id="rId4" Type="http://schemas.openxmlformats.org/officeDocument/2006/relationships/image" Target="../media/image23.emf"/></Relationships>
</file>

<file path=ppt/drawings/_rels/vmlDrawing6.vml.rels><?xml version="1.0" encoding="UTF-8" standalone="yes"?>
<Relationships xmlns="http://schemas.openxmlformats.org/package/2006/relationships"><Relationship Id="rId3" Type="http://schemas.openxmlformats.org/officeDocument/2006/relationships/image" Target="../media/image26.emf"/><Relationship Id="rId2" Type="http://schemas.openxmlformats.org/officeDocument/2006/relationships/image" Target="../media/image25.emf"/><Relationship Id="rId1" Type="http://schemas.openxmlformats.org/officeDocument/2006/relationships/image" Target="../media/image24.emf"/><Relationship Id="rId5" Type="http://schemas.openxmlformats.org/officeDocument/2006/relationships/image" Target="../media/image28.emf"/><Relationship Id="rId4" Type="http://schemas.openxmlformats.org/officeDocument/2006/relationships/image" Target="../media/image27.emf"/></Relationships>
</file>

<file path=ppt/drawings/_rels/vmlDrawing7.vml.rels><?xml version="1.0" encoding="UTF-8" standalone="yes"?>
<Relationships xmlns="http://schemas.openxmlformats.org/package/2006/relationships"><Relationship Id="rId3" Type="http://schemas.openxmlformats.org/officeDocument/2006/relationships/image" Target="../media/image31.emf"/><Relationship Id="rId2" Type="http://schemas.openxmlformats.org/officeDocument/2006/relationships/image" Target="../media/image30.emf"/><Relationship Id="rId1" Type="http://schemas.openxmlformats.org/officeDocument/2006/relationships/image" Target="../media/image29.emf"/></Relationships>
</file>

<file path=ppt/drawings/_rels/vmlDrawing8.vml.rels><?xml version="1.0" encoding="UTF-8" standalone="yes"?>
<Relationships xmlns="http://schemas.openxmlformats.org/package/2006/relationships"><Relationship Id="rId3" Type="http://schemas.openxmlformats.org/officeDocument/2006/relationships/image" Target="../media/image34.wmf"/><Relationship Id="rId2" Type="http://schemas.openxmlformats.org/officeDocument/2006/relationships/image" Target="../media/image33.wmf"/><Relationship Id="rId1" Type="http://schemas.openxmlformats.org/officeDocument/2006/relationships/image" Target="../media/image32.wmf"/><Relationship Id="rId6" Type="http://schemas.openxmlformats.org/officeDocument/2006/relationships/image" Target="../media/image37.emf"/><Relationship Id="rId5" Type="http://schemas.openxmlformats.org/officeDocument/2006/relationships/image" Target="../media/image36.wmf"/><Relationship Id="rId4" Type="http://schemas.openxmlformats.org/officeDocument/2006/relationships/image" Target="../media/image35.wmf"/></Relationships>
</file>

<file path=ppt/drawings/_rels/vmlDrawing9.vml.rels><?xml version="1.0" encoding="UTF-8" standalone="yes"?>
<Relationships xmlns="http://schemas.openxmlformats.org/package/2006/relationships"><Relationship Id="rId3" Type="http://schemas.openxmlformats.org/officeDocument/2006/relationships/image" Target="../media/image16.emf"/><Relationship Id="rId2" Type="http://schemas.openxmlformats.org/officeDocument/2006/relationships/image" Target="../media/image15.emf"/><Relationship Id="rId1" Type="http://schemas.openxmlformats.org/officeDocument/2006/relationships/image" Target="../media/image14.emf"/><Relationship Id="rId5" Type="http://schemas.openxmlformats.org/officeDocument/2006/relationships/image" Target="../media/image38.emf"/><Relationship Id="rId4" Type="http://schemas.openxmlformats.org/officeDocument/2006/relationships/image" Target="../media/image17.emf"/></Relationships>
</file>

<file path=ppt/drawings/_rels/vmlDrawing10.vml.rels><?xml version="1.0" encoding="UTF-8" standalone="yes"?>
<Relationships xmlns="http://schemas.openxmlformats.org/package/2006/relationships"><Relationship Id="rId2" Type="http://schemas.openxmlformats.org/officeDocument/2006/relationships/image" Target="../media/image42.wmf"/><Relationship Id="rId1" Type="http://schemas.openxmlformats.org/officeDocument/2006/relationships/image" Target="../media/image41.wmf"/></Relationships>
</file>

<file path=ppt/drawings/_rels/vmlDrawing11.vml.rels><?xml version="1.0" encoding="UTF-8" standalone="yes"?>
<Relationships xmlns="http://schemas.openxmlformats.org/package/2006/relationships"><Relationship Id="rId8" Type="http://schemas.openxmlformats.org/officeDocument/2006/relationships/image" Target="../media/image50.emf"/><Relationship Id="rId3" Type="http://schemas.openxmlformats.org/officeDocument/2006/relationships/image" Target="../media/image45.emf"/><Relationship Id="rId7" Type="http://schemas.openxmlformats.org/officeDocument/2006/relationships/image" Target="../media/image49.emf"/><Relationship Id="rId2" Type="http://schemas.openxmlformats.org/officeDocument/2006/relationships/image" Target="../media/image44.emf"/><Relationship Id="rId1" Type="http://schemas.openxmlformats.org/officeDocument/2006/relationships/image" Target="../media/image43.emf"/><Relationship Id="rId6" Type="http://schemas.openxmlformats.org/officeDocument/2006/relationships/image" Target="../media/image48.emf"/><Relationship Id="rId5" Type="http://schemas.openxmlformats.org/officeDocument/2006/relationships/image" Target="../media/image47.emf"/><Relationship Id="rId4" Type="http://schemas.openxmlformats.org/officeDocument/2006/relationships/image" Target="../media/image46.emf"/></Relationships>
</file>

<file path=ppt/drawings/_rels/vmlDrawing12.vml.rels><?xml version="1.0" encoding="UTF-8" standalone="yes"?>
<Relationships xmlns="http://schemas.openxmlformats.org/package/2006/relationships"><Relationship Id="rId8" Type="http://schemas.openxmlformats.org/officeDocument/2006/relationships/image" Target="../media/image58.emf"/><Relationship Id="rId3" Type="http://schemas.openxmlformats.org/officeDocument/2006/relationships/image" Target="../media/image53.emf"/><Relationship Id="rId7" Type="http://schemas.openxmlformats.org/officeDocument/2006/relationships/image" Target="../media/image57.emf"/><Relationship Id="rId2" Type="http://schemas.openxmlformats.org/officeDocument/2006/relationships/image" Target="../media/image52.emf"/><Relationship Id="rId1" Type="http://schemas.openxmlformats.org/officeDocument/2006/relationships/image" Target="../media/image51.emf"/><Relationship Id="rId6" Type="http://schemas.openxmlformats.org/officeDocument/2006/relationships/image" Target="../media/image56.emf"/><Relationship Id="rId5" Type="http://schemas.openxmlformats.org/officeDocument/2006/relationships/image" Target="../media/image55.emf"/><Relationship Id="rId4" Type="http://schemas.openxmlformats.org/officeDocument/2006/relationships/image" Target="../media/image54.emf"/><Relationship Id="rId9" Type="http://schemas.openxmlformats.org/officeDocument/2006/relationships/image" Target="../media/image59.emf"/></Relationships>
</file>

<file path=ppt/drawings/_rels/vmlDrawing13.vml.rels><?xml version="1.0" encoding="UTF-8" standalone="yes"?>
<Relationships xmlns="http://schemas.openxmlformats.org/package/2006/relationships"><Relationship Id="rId8" Type="http://schemas.openxmlformats.org/officeDocument/2006/relationships/image" Target="../media/image67.wmf"/><Relationship Id="rId3" Type="http://schemas.openxmlformats.org/officeDocument/2006/relationships/image" Target="../media/image62.wmf"/><Relationship Id="rId7" Type="http://schemas.openxmlformats.org/officeDocument/2006/relationships/image" Target="../media/image66.wmf"/><Relationship Id="rId2" Type="http://schemas.openxmlformats.org/officeDocument/2006/relationships/image" Target="../media/image61.wmf"/><Relationship Id="rId1" Type="http://schemas.openxmlformats.org/officeDocument/2006/relationships/image" Target="../media/image60.wmf"/><Relationship Id="rId6" Type="http://schemas.openxmlformats.org/officeDocument/2006/relationships/image" Target="../media/image65.wmf"/><Relationship Id="rId5" Type="http://schemas.openxmlformats.org/officeDocument/2006/relationships/image" Target="../media/image64.wmf"/><Relationship Id="rId4" Type="http://schemas.openxmlformats.org/officeDocument/2006/relationships/image" Target="../media/image63.wmf"/></Relationships>
</file>

<file path=ppt/drawings/_rels/vmlDrawing14.vml.rels><?xml version="1.0" encoding="UTF-8" standalone="yes"?>
<Relationships xmlns="http://schemas.openxmlformats.org/package/2006/relationships"><Relationship Id="rId3" Type="http://schemas.openxmlformats.org/officeDocument/2006/relationships/image" Target="../media/image70.wmf"/><Relationship Id="rId2" Type="http://schemas.openxmlformats.org/officeDocument/2006/relationships/image" Target="../media/image69.wmf"/><Relationship Id="rId1" Type="http://schemas.openxmlformats.org/officeDocument/2006/relationships/image" Target="../media/image68.wmf"/><Relationship Id="rId5" Type="http://schemas.openxmlformats.org/officeDocument/2006/relationships/image" Target="../media/image72.wmf"/><Relationship Id="rId4" Type="http://schemas.openxmlformats.org/officeDocument/2006/relationships/image" Target="../media/image71.wmf"/></Relationships>
</file>

<file path=ppt/drawings/_rels/vmlDrawing15.vml.rels><?xml version="1.0" encoding="UTF-8" standalone="yes"?>
<Relationships xmlns="http://schemas.openxmlformats.org/package/2006/relationships"><Relationship Id="rId3" Type="http://schemas.openxmlformats.org/officeDocument/2006/relationships/image" Target="../media/image75.emf"/><Relationship Id="rId2" Type="http://schemas.openxmlformats.org/officeDocument/2006/relationships/image" Target="../media/image74.emf"/><Relationship Id="rId1" Type="http://schemas.openxmlformats.org/officeDocument/2006/relationships/image" Target="../media/image73.emf"/><Relationship Id="rId6" Type="http://schemas.openxmlformats.org/officeDocument/2006/relationships/image" Target="../media/image78.emf"/><Relationship Id="rId5" Type="http://schemas.openxmlformats.org/officeDocument/2006/relationships/image" Target="../media/image77.emf"/><Relationship Id="rId4" Type="http://schemas.openxmlformats.org/officeDocument/2006/relationships/image" Target="../media/image76.emf"/></Relationships>
</file>

<file path=ppt/drawings/_rels/vmlDrawing16.vml.rels><?xml version="1.0" encoding="UTF-8" standalone="yes"?>
<Relationships xmlns="http://schemas.openxmlformats.org/package/2006/relationships"><Relationship Id="rId3" Type="http://schemas.openxmlformats.org/officeDocument/2006/relationships/image" Target="../media/image81.emf"/><Relationship Id="rId2" Type="http://schemas.openxmlformats.org/officeDocument/2006/relationships/image" Target="../media/image80.emf"/><Relationship Id="rId1" Type="http://schemas.openxmlformats.org/officeDocument/2006/relationships/image" Target="../media/image79.emf"/><Relationship Id="rId6" Type="http://schemas.openxmlformats.org/officeDocument/2006/relationships/image" Target="../media/image84.emf"/><Relationship Id="rId5" Type="http://schemas.openxmlformats.org/officeDocument/2006/relationships/image" Target="../media/image83.emf"/><Relationship Id="rId4" Type="http://schemas.openxmlformats.org/officeDocument/2006/relationships/image" Target="../media/image82.emf"/></Relationships>
</file>

<file path=ppt/drawings/_rels/vmlDrawing17.vml.rels><?xml version="1.0" encoding="UTF-8" standalone="yes"?>
<Relationships xmlns="http://schemas.openxmlformats.org/package/2006/relationships"><Relationship Id="rId3" Type="http://schemas.openxmlformats.org/officeDocument/2006/relationships/image" Target="../media/image87.emf"/><Relationship Id="rId2" Type="http://schemas.openxmlformats.org/officeDocument/2006/relationships/image" Target="../media/image86.emf"/><Relationship Id="rId1" Type="http://schemas.openxmlformats.org/officeDocument/2006/relationships/image" Target="../media/image85.emf"/><Relationship Id="rId4" Type="http://schemas.openxmlformats.org/officeDocument/2006/relationships/image" Target="../media/image88.wmf"/></Relationships>
</file>

<file path=ppt/drawings/_rels/vmlDrawing18.vml.rels><?xml version="1.0" encoding="UTF-8" standalone="yes"?>
<Relationships xmlns="http://schemas.openxmlformats.org/package/2006/relationships"><Relationship Id="rId3" Type="http://schemas.openxmlformats.org/officeDocument/2006/relationships/image" Target="../media/image91.emf"/><Relationship Id="rId2" Type="http://schemas.openxmlformats.org/officeDocument/2006/relationships/image" Target="../media/image90.emf"/><Relationship Id="rId1" Type="http://schemas.openxmlformats.org/officeDocument/2006/relationships/image" Target="../media/image89.emf"/><Relationship Id="rId6" Type="http://schemas.openxmlformats.org/officeDocument/2006/relationships/image" Target="../media/image94.emf"/><Relationship Id="rId5" Type="http://schemas.openxmlformats.org/officeDocument/2006/relationships/image" Target="../media/image93.wmf"/><Relationship Id="rId4" Type="http://schemas.openxmlformats.org/officeDocument/2006/relationships/image" Target="../media/image92.emf"/></Relationships>
</file>

<file path=ppt/drawings/_rels/vmlDrawing19.vml.rels><?xml version="1.0" encoding="UTF-8" standalone="yes"?>
<Relationships xmlns="http://schemas.openxmlformats.org/package/2006/relationships"><Relationship Id="rId3" Type="http://schemas.openxmlformats.org/officeDocument/2006/relationships/image" Target="../media/image97.emf"/><Relationship Id="rId2" Type="http://schemas.openxmlformats.org/officeDocument/2006/relationships/image" Target="../media/image96.emf"/><Relationship Id="rId1" Type="http://schemas.openxmlformats.org/officeDocument/2006/relationships/image" Target="../media/image95.emf"/><Relationship Id="rId4" Type="http://schemas.openxmlformats.org/officeDocument/2006/relationships/image" Target="../media/image98.emf"/></Relationships>
</file>

<file path=ppt/drawings/_rels/vmlDrawing20.vml.rels><?xml version="1.0" encoding="UTF-8" standalone="yes"?>
<Relationships xmlns="http://schemas.openxmlformats.org/package/2006/relationships"><Relationship Id="rId3" Type="http://schemas.openxmlformats.org/officeDocument/2006/relationships/image" Target="../media/image101.emf"/><Relationship Id="rId2" Type="http://schemas.openxmlformats.org/officeDocument/2006/relationships/image" Target="../media/image100.emf"/><Relationship Id="rId1" Type="http://schemas.openxmlformats.org/officeDocument/2006/relationships/image" Target="../media/image99.emf"/><Relationship Id="rId4" Type="http://schemas.openxmlformats.org/officeDocument/2006/relationships/image" Target="../media/image102.emf"/></Relationships>
</file>

<file path=ppt/drawings/_rels/vmlDrawing21.vml.rels><?xml version="1.0" encoding="UTF-8" standalone="yes"?>
<Relationships xmlns="http://schemas.openxmlformats.org/package/2006/relationships"><Relationship Id="rId3" Type="http://schemas.openxmlformats.org/officeDocument/2006/relationships/image" Target="../media/image105.emf"/><Relationship Id="rId2" Type="http://schemas.openxmlformats.org/officeDocument/2006/relationships/image" Target="../media/image104.emf"/><Relationship Id="rId1" Type="http://schemas.openxmlformats.org/officeDocument/2006/relationships/image" Target="../media/image103.emf"/></Relationships>
</file>

<file path=ppt/drawings/_rels/vmlDrawing22.vml.rels><?xml version="1.0" encoding="UTF-8" standalone="yes"?>
<Relationships xmlns="http://schemas.openxmlformats.org/package/2006/relationships"><Relationship Id="rId3" Type="http://schemas.openxmlformats.org/officeDocument/2006/relationships/image" Target="../media/image108.emf"/><Relationship Id="rId2" Type="http://schemas.openxmlformats.org/officeDocument/2006/relationships/image" Target="../media/image107.emf"/><Relationship Id="rId1" Type="http://schemas.openxmlformats.org/officeDocument/2006/relationships/image" Target="../media/image106.emf"/><Relationship Id="rId5" Type="http://schemas.openxmlformats.org/officeDocument/2006/relationships/image" Target="../media/image110.emf"/><Relationship Id="rId4" Type="http://schemas.openxmlformats.org/officeDocument/2006/relationships/image" Target="../media/image109.emf"/></Relationships>
</file>

<file path=ppt/drawings/_rels/vmlDrawing23.vml.rels><?xml version="1.0" encoding="UTF-8" standalone="yes"?>
<Relationships xmlns="http://schemas.openxmlformats.org/package/2006/relationships"><Relationship Id="rId1" Type="http://schemas.openxmlformats.org/officeDocument/2006/relationships/image" Target="../media/image113.png"/></Relationships>
</file>

<file path=ppt/drawings/_rels/vmlDrawing24.vml.rels><?xml version="1.0" encoding="UTF-8" standalone="yes"?>
<Relationships xmlns="http://schemas.openxmlformats.org/package/2006/relationships"><Relationship Id="rId1" Type="http://schemas.openxmlformats.org/officeDocument/2006/relationships/image" Target="../media/image119.png"/></Relationships>
</file>

<file path=ppt/drawings/_rels/vmlDrawing25.vml.rels><?xml version="1.0" encoding="UTF-8" standalone="yes"?>
<Relationships xmlns="http://schemas.openxmlformats.org/package/2006/relationships"><Relationship Id="rId1" Type="http://schemas.openxmlformats.org/officeDocument/2006/relationships/image" Target="../media/image121.emf"/></Relationships>
</file>

<file path=ppt/drawings/_rels/vmlDrawing26.vml.rels><?xml version="1.0" encoding="UTF-8" standalone="yes"?>
<Relationships xmlns="http://schemas.openxmlformats.org/package/2006/relationships"><Relationship Id="rId1" Type="http://schemas.openxmlformats.org/officeDocument/2006/relationships/image" Target="../media/image122.wmf"/></Relationships>
</file>

<file path=ppt/drawings/_rels/vmlDrawing27.vml.rels><?xml version="1.0" encoding="UTF-8" standalone="yes"?>
<Relationships xmlns="http://schemas.openxmlformats.org/package/2006/relationships"><Relationship Id="rId3" Type="http://schemas.openxmlformats.org/officeDocument/2006/relationships/image" Target="../media/image125.wmf"/><Relationship Id="rId2" Type="http://schemas.openxmlformats.org/officeDocument/2006/relationships/image" Target="../media/image124.wmf"/><Relationship Id="rId1" Type="http://schemas.openxmlformats.org/officeDocument/2006/relationships/image" Target="../media/image123.emf"/><Relationship Id="rId4" Type="http://schemas.openxmlformats.org/officeDocument/2006/relationships/image" Target="../media/image126.emf"/></Relationships>
</file>

<file path=ppt/drawings/_rels/vmlDrawing28.vml.rels><?xml version="1.0" encoding="UTF-8" standalone="yes"?>
<Relationships xmlns="http://schemas.openxmlformats.org/package/2006/relationships"><Relationship Id="rId3" Type="http://schemas.openxmlformats.org/officeDocument/2006/relationships/image" Target="../media/image129.emf"/><Relationship Id="rId2" Type="http://schemas.openxmlformats.org/officeDocument/2006/relationships/image" Target="../media/image128.wmf"/><Relationship Id="rId1" Type="http://schemas.openxmlformats.org/officeDocument/2006/relationships/image" Target="../media/image127.wmf"/><Relationship Id="rId5" Type="http://schemas.openxmlformats.org/officeDocument/2006/relationships/image" Target="../media/image131.wmf"/><Relationship Id="rId4" Type="http://schemas.openxmlformats.org/officeDocument/2006/relationships/image" Target="../media/image130.wmf"/></Relationships>
</file>

<file path=ppt/drawings/_rels/vmlDrawing29.vml.rels><?xml version="1.0" encoding="UTF-8" standalone="yes"?>
<Relationships xmlns="http://schemas.openxmlformats.org/package/2006/relationships"><Relationship Id="rId3" Type="http://schemas.openxmlformats.org/officeDocument/2006/relationships/image" Target="../media/image134.wmf"/><Relationship Id="rId2" Type="http://schemas.openxmlformats.org/officeDocument/2006/relationships/image" Target="../media/image133.wmf"/><Relationship Id="rId1" Type="http://schemas.openxmlformats.org/officeDocument/2006/relationships/image" Target="../media/image132.wmf"/><Relationship Id="rId4" Type="http://schemas.openxmlformats.org/officeDocument/2006/relationships/image" Target="../media/image135.wmf"/></Relationships>
</file>

<file path=ppt/drawings/_rels/vmlDrawing30.vml.rels><?xml version="1.0" encoding="UTF-8" standalone="yes"?>
<Relationships xmlns="http://schemas.openxmlformats.org/package/2006/relationships"><Relationship Id="rId3" Type="http://schemas.openxmlformats.org/officeDocument/2006/relationships/image" Target="../media/image138.wmf"/><Relationship Id="rId2" Type="http://schemas.openxmlformats.org/officeDocument/2006/relationships/image" Target="../media/image137.wmf"/><Relationship Id="rId1" Type="http://schemas.openxmlformats.org/officeDocument/2006/relationships/image" Target="../media/image136.emf"/><Relationship Id="rId5" Type="http://schemas.openxmlformats.org/officeDocument/2006/relationships/image" Target="../media/image140.wmf"/><Relationship Id="rId4" Type="http://schemas.openxmlformats.org/officeDocument/2006/relationships/image" Target="../media/image139.wmf"/></Relationships>
</file>

<file path=ppt/drawings/_rels/vmlDrawing31.vml.rels><?xml version="1.0" encoding="UTF-8" standalone="yes"?>
<Relationships xmlns="http://schemas.openxmlformats.org/package/2006/relationships"><Relationship Id="rId2" Type="http://schemas.openxmlformats.org/officeDocument/2006/relationships/image" Target="../media/image142.emf"/><Relationship Id="rId1" Type="http://schemas.openxmlformats.org/officeDocument/2006/relationships/image" Target="../media/image141.emf"/></Relationships>
</file>

<file path=ppt/drawings/_rels/vmlDrawing32.vml.rels><?xml version="1.0" encoding="UTF-8" standalone="yes"?>
<Relationships xmlns="http://schemas.openxmlformats.org/package/2006/relationships"><Relationship Id="rId3" Type="http://schemas.openxmlformats.org/officeDocument/2006/relationships/image" Target="../media/image145.wmf"/><Relationship Id="rId2" Type="http://schemas.openxmlformats.org/officeDocument/2006/relationships/image" Target="../media/image144.wmf"/><Relationship Id="rId1" Type="http://schemas.openxmlformats.org/officeDocument/2006/relationships/image" Target="../media/image143.wmf"/><Relationship Id="rId6" Type="http://schemas.openxmlformats.org/officeDocument/2006/relationships/image" Target="../media/image148.wmf"/><Relationship Id="rId5" Type="http://schemas.openxmlformats.org/officeDocument/2006/relationships/image" Target="../media/image147.wmf"/><Relationship Id="rId4" Type="http://schemas.openxmlformats.org/officeDocument/2006/relationships/image" Target="../media/image146.wmf"/></Relationships>
</file>

<file path=ppt/drawings/_rels/vmlDrawing33.vml.rels><?xml version="1.0" encoding="UTF-8" standalone="yes"?>
<Relationships xmlns="http://schemas.openxmlformats.org/package/2006/relationships"><Relationship Id="rId3" Type="http://schemas.openxmlformats.org/officeDocument/2006/relationships/image" Target="../media/image151.wmf"/><Relationship Id="rId2" Type="http://schemas.openxmlformats.org/officeDocument/2006/relationships/image" Target="../media/image150.wmf"/><Relationship Id="rId1" Type="http://schemas.openxmlformats.org/officeDocument/2006/relationships/image" Target="../media/image149.wmf"/><Relationship Id="rId4" Type="http://schemas.openxmlformats.org/officeDocument/2006/relationships/image" Target="../media/image152.wmf"/></Relationships>
</file>

<file path=ppt/drawings/_rels/vmlDrawing34.vml.rels><?xml version="1.0" encoding="UTF-8" standalone="yes"?>
<Relationships xmlns="http://schemas.openxmlformats.org/package/2006/relationships"><Relationship Id="rId3" Type="http://schemas.openxmlformats.org/officeDocument/2006/relationships/image" Target="../media/image155.emf"/><Relationship Id="rId7" Type="http://schemas.openxmlformats.org/officeDocument/2006/relationships/image" Target="../media/image159.emf"/><Relationship Id="rId2" Type="http://schemas.openxmlformats.org/officeDocument/2006/relationships/image" Target="../media/image154.emf"/><Relationship Id="rId1" Type="http://schemas.openxmlformats.org/officeDocument/2006/relationships/image" Target="../media/image153.emf"/><Relationship Id="rId6" Type="http://schemas.openxmlformats.org/officeDocument/2006/relationships/image" Target="../media/image158.emf"/><Relationship Id="rId5" Type="http://schemas.openxmlformats.org/officeDocument/2006/relationships/image" Target="../media/image157.emf"/><Relationship Id="rId4" Type="http://schemas.openxmlformats.org/officeDocument/2006/relationships/image" Target="../media/image156.emf"/></Relationships>
</file>

<file path=ppt/drawings/_rels/vmlDrawing35.vml.rels><?xml version="1.0" encoding="UTF-8" standalone="yes"?>
<Relationships xmlns="http://schemas.openxmlformats.org/package/2006/relationships"><Relationship Id="rId3" Type="http://schemas.openxmlformats.org/officeDocument/2006/relationships/image" Target="../media/image162.emf"/><Relationship Id="rId7" Type="http://schemas.openxmlformats.org/officeDocument/2006/relationships/image" Target="../media/image166.emf"/><Relationship Id="rId2" Type="http://schemas.openxmlformats.org/officeDocument/2006/relationships/image" Target="../media/image161.emf"/><Relationship Id="rId1" Type="http://schemas.openxmlformats.org/officeDocument/2006/relationships/image" Target="../media/image160.emf"/><Relationship Id="rId6" Type="http://schemas.openxmlformats.org/officeDocument/2006/relationships/image" Target="../media/image165.emf"/><Relationship Id="rId5" Type="http://schemas.openxmlformats.org/officeDocument/2006/relationships/image" Target="../media/image164.emf"/><Relationship Id="rId4" Type="http://schemas.openxmlformats.org/officeDocument/2006/relationships/image" Target="../media/image163.emf"/></Relationships>
</file>

<file path=ppt/drawings/_rels/vmlDrawing36.vml.rels><?xml version="1.0" encoding="UTF-8" standalone="yes"?>
<Relationships xmlns="http://schemas.openxmlformats.org/package/2006/relationships"><Relationship Id="rId8" Type="http://schemas.openxmlformats.org/officeDocument/2006/relationships/image" Target="../media/image174.emf"/><Relationship Id="rId3" Type="http://schemas.openxmlformats.org/officeDocument/2006/relationships/image" Target="../media/image169.emf"/><Relationship Id="rId7" Type="http://schemas.openxmlformats.org/officeDocument/2006/relationships/image" Target="../media/image173.emf"/><Relationship Id="rId2" Type="http://schemas.openxmlformats.org/officeDocument/2006/relationships/image" Target="../media/image168.emf"/><Relationship Id="rId1" Type="http://schemas.openxmlformats.org/officeDocument/2006/relationships/image" Target="../media/image167.emf"/><Relationship Id="rId6" Type="http://schemas.openxmlformats.org/officeDocument/2006/relationships/image" Target="../media/image172.emf"/><Relationship Id="rId5" Type="http://schemas.openxmlformats.org/officeDocument/2006/relationships/image" Target="../media/image171.emf"/><Relationship Id="rId4" Type="http://schemas.openxmlformats.org/officeDocument/2006/relationships/image" Target="../media/image170.emf"/><Relationship Id="rId9" Type="http://schemas.openxmlformats.org/officeDocument/2006/relationships/image" Target="../media/image175.emf"/></Relationships>
</file>

<file path=ppt/drawings/_rels/vmlDrawing37.vml.rels><?xml version="1.0" encoding="UTF-8" standalone="yes"?>
<Relationships xmlns="http://schemas.openxmlformats.org/package/2006/relationships"><Relationship Id="rId3" Type="http://schemas.openxmlformats.org/officeDocument/2006/relationships/image" Target="../media/image178.emf"/><Relationship Id="rId7" Type="http://schemas.openxmlformats.org/officeDocument/2006/relationships/image" Target="../media/image182.emf"/><Relationship Id="rId2" Type="http://schemas.openxmlformats.org/officeDocument/2006/relationships/image" Target="../media/image177.emf"/><Relationship Id="rId1" Type="http://schemas.openxmlformats.org/officeDocument/2006/relationships/image" Target="../media/image176.emf"/><Relationship Id="rId6" Type="http://schemas.openxmlformats.org/officeDocument/2006/relationships/image" Target="../media/image181.emf"/><Relationship Id="rId5" Type="http://schemas.openxmlformats.org/officeDocument/2006/relationships/image" Target="../media/image180.emf"/><Relationship Id="rId4" Type="http://schemas.openxmlformats.org/officeDocument/2006/relationships/image" Target="../media/image179.emf"/></Relationships>
</file>

<file path=ppt/drawings/_rels/vmlDrawing38.vml.rels><?xml version="1.0" encoding="UTF-8" standalone="yes"?>
<Relationships xmlns="http://schemas.openxmlformats.org/package/2006/relationships"><Relationship Id="rId8" Type="http://schemas.openxmlformats.org/officeDocument/2006/relationships/image" Target="../media/image190.emf"/><Relationship Id="rId13" Type="http://schemas.openxmlformats.org/officeDocument/2006/relationships/image" Target="../media/image195.emf"/><Relationship Id="rId3" Type="http://schemas.openxmlformats.org/officeDocument/2006/relationships/image" Target="../media/image185.emf"/><Relationship Id="rId7" Type="http://schemas.openxmlformats.org/officeDocument/2006/relationships/image" Target="../media/image189.emf"/><Relationship Id="rId12" Type="http://schemas.openxmlformats.org/officeDocument/2006/relationships/image" Target="../media/image194.emf"/><Relationship Id="rId2" Type="http://schemas.openxmlformats.org/officeDocument/2006/relationships/image" Target="../media/image184.emf"/><Relationship Id="rId1" Type="http://schemas.openxmlformats.org/officeDocument/2006/relationships/image" Target="../media/image183.emf"/><Relationship Id="rId6" Type="http://schemas.openxmlformats.org/officeDocument/2006/relationships/image" Target="../media/image188.emf"/><Relationship Id="rId11" Type="http://schemas.openxmlformats.org/officeDocument/2006/relationships/image" Target="../media/image193.emf"/><Relationship Id="rId5" Type="http://schemas.openxmlformats.org/officeDocument/2006/relationships/image" Target="../media/image187.emf"/><Relationship Id="rId10" Type="http://schemas.openxmlformats.org/officeDocument/2006/relationships/image" Target="../media/image192.emf"/><Relationship Id="rId4" Type="http://schemas.openxmlformats.org/officeDocument/2006/relationships/image" Target="../media/image186.emf"/><Relationship Id="rId9" Type="http://schemas.openxmlformats.org/officeDocument/2006/relationships/image" Target="../media/image191.emf"/><Relationship Id="rId14" Type="http://schemas.openxmlformats.org/officeDocument/2006/relationships/image" Target="../media/image196.emf"/></Relationships>
</file>

<file path=ppt/drawings/_rels/vmlDrawing39.vml.rels><?xml version="1.0" encoding="UTF-8" standalone="yes"?>
<Relationships xmlns="http://schemas.openxmlformats.org/package/2006/relationships"><Relationship Id="rId3" Type="http://schemas.openxmlformats.org/officeDocument/2006/relationships/image" Target="../media/image199.emf"/><Relationship Id="rId2" Type="http://schemas.openxmlformats.org/officeDocument/2006/relationships/image" Target="../media/image198.emf"/><Relationship Id="rId1" Type="http://schemas.openxmlformats.org/officeDocument/2006/relationships/image" Target="../media/image197.emf"/><Relationship Id="rId5" Type="http://schemas.openxmlformats.org/officeDocument/2006/relationships/image" Target="../media/image201.emf"/><Relationship Id="rId4" Type="http://schemas.openxmlformats.org/officeDocument/2006/relationships/image" Target="../media/image200.emf"/></Relationships>
</file>

<file path=ppt/drawings/_rels/vmlDrawing40.vml.rels><?xml version="1.0" encoding="UTF-8" standalone="yes"?>
<Relationships xmlns="http://schemas.openxmlformats.org/package/2006/relationships"><Relationship Id="rId3" Type="http://schemas.openxmlformats.org/officeDocument/2006/relationships/image" Target="../media/image204.emf"/><Relationship Id="rId2" Type="http://schemas.openxmlformats.org/officeDocument/2006/relationships/image" Target="../media/image203.emf"/><Relationship Id="rId1" Type="http://schemas.openxmlformats.org/officeDocument/2006/relationships/image" Target="../media/image202.emf"/><Relationship Id="rId4" Type="http://schemas.openxmlformats.org/officeDocument/2006/relationships/image" Target="../media/image205.emf"/></Relationships>
</file>

<file path=ppt/drawings/_rels/vmlDrawing41.vml.rels><?xml version="1.0" encoding="UTF-8" standalone="yes"?>
<Relationships xmlns="http://schemas.openxmlformats.org/package/2006/relationships"><Relationship Id="rId3" Type="http://schemas.openxmlformats.org/officeDocument/2006/relationships/image" Target="../media/image210.emf"/><Relationship Id="rId2" Type="http://schemas.openxmlformats.org/officeDocument/2006/relationships/image" Target="../media/image209.emf"/><Relationship Id="rId1" Type="http://schemas.openxmlformats.org/officeDocument/2006/relationships/image" Target="../media/image208.emf"/><Relationship Id="rId5" Type="http://schemas.openxmlformats.org/officeDocument/2006/relationships/image" Target="../media/image212.emf"/><Relationship Id="rId4" Type="http://schemas.openxmlformats.org/officeDocument/2006/relationships/image" Target="../media/image211.emf"/></Relationships>
</file>

<file path=ppt/drawings/_rels/vmlDrawing42.vml.rels><?xml version="1.0" encoding="UTF-8" standalone="yes"?>
<Relationships xmlns="http://schemas.openxmlformats.org/package/2006/relationships"><Relationship Id="rId3" Type="http://schemas.openxmlformats.org/officeDocument/2006/relationships/image" Target="../media/image215.emf"/><Relationship Id="rId2" Type="http://schemas.openxmlformats.org/officeDocument/2006/relationships/image" Target="../media/image214.emf"/><Relationship Id="rId1" Type="http://schemas.openxmlformats.org/officeDocument/2006/relationships/image" Target="../media/image213.emf"/><Relationship Id="rId4" Type="http://schemas.openxmlformats.org/officeDocument/2006/relationships/image" Target="../media/image216.emf"/></Relationships>
</file>

<file path=ppt/drawings/_rels/vmlDrawing43.vml.rels><?xml version="1.0" encoding="UTF-8" standalone="yes"?>
<Relationships xmlns="http://schemas.openxmlformats.org/package/2006/relationships"><Relationship Id="rId3" Type="http://schemas.openxmlformats.org/officeDocument/2006/relationships/image" Target="../media/image219.emf"/><Relationship Id="rId2" Type="http://schemas.openxmlformats.org/officeDocument/2006/relationships/image" Target="../media/image218.emf"/><Relationship Id="rId1" Type="http://schemas.openxmlformats.org/officeDocument/2006/relationships/image" Target="../media/image217.wmf"/></Relationships>
</file>

<file path=ppt/drawings/_rels/vmlDrawing44.vml.rels><?xml version="1.0" encoding="UTF-8" standalone="yes"?>
<Relationships xmlns="http://schemas.openxmlformats.org/package/2006/relationships"><Relationship Id="rId3" Type="http://schemas.openxmlformats.org/officeDocument/2006/relationships/image" Target="../media/image222.emf"/><Relationship Id="rId2" Type="http://schemas.openxmlformats.org/officeDocument/2006/relationships/image" Target="../media/image221.emf"/><Relationship Id="rId1" Type="http://schemas.openxmlformats.org/officeDocument/2006/relationships/image" Target="../media/image220.emf"/><Relationship Id="rId6" Type="http://schemas.openxmlformats.org/officeDocument/2006/relationships/image" Target="../media/image182.emf"/><Relationship Id="rId5" Type="http://schemas.openxmlformats.org/officeDocument/2006/relationships/image" Target="../media/image175.emf"/><Relationship Id="rId4" Type="http://schemas.openxmlformats.org/officeDocument/2006/relationships/image" Target="../media/image166.emf"/></Relationships>
</file>

<file path=ppt/drawings/_rels/vmlDrawing45.vml.rels><?xml version="1.0" encoding="UTF-8" standalone="yes"?>
<Relationships xmlns="http://schemas.openxmlformats.org/package/2006/relationships"><Relationship Id="rId3" Type="http://schemas.openxmlformats.org/officeDocument/2006/relationships/image" Target="../media/image225.emf"/><Relationship Id="rId2" Type="http://schemas.openxmlformats.org/officeDocument/2006/relationships/image" Target="../media/image224.emf"/><Relationship Id="rId1" Type="http://schemas.openxmlformats.org/officeDocument/2006/relationships/image" Target="../media/image223.emf"/><Relationship Id="rId6" Type="http://schemas.openxmlformats.org/officeDocument/2006/relationships/image" Target="../media/image228.emf"/><Relationship Id="rId5" Type="http://schemas.openxmlformats.org/officeDocument/2006/relationships/image" Target="../media/image227.emf"/><Relationship Id="rId4" Type="http://schemas.openxmlformats.org/officeDocument/2006/relationships/image" Target="../media/image226.emf"/></Relationships>
</file>

<file path=ppt/drawings/_rels/vmlDrawing46.vml.rels><?xml version="1.0" encoding="UTF-8" standalone="yes"?>
<Relationships xmlns="http://schemas.openxmlformats.org/package/2006/relationships"><Relationship Id="rId8" Type="http://schemas.openxmlformats.org/officeDocument/2006/relationships/image" Target="../media/image236.emf"/><Relationship Id="rId3" Type="http://schemas.openxmlformats.org/officeDocument/2006/relationships/image" Target="../media/image231.emf"/><Relationship Id="rId7" Type="http://schemas.openxmlformats.org/officeDocument/2006/relationships/image" Target="../media/image235.emf"/><Relationship Id="rId2" Type="http://schemas.openxmlformats.org/officeDocument/2006/relationships/image" Target="../media/image230.emf"/><Relationship Id="rId1" Type="http://schemas.openxmlformats.org/officeDocument/2006/relationships/image" Target="../media/image229.emf"/><Relationship Id="rId6" Type="http://schemas.openxmlformats.org/officeDocument/2006/relationships/image" Target="../media/image234.emf"/><Relationship Id="rId5" Type="http://schemas.openxmlformats.org/officeDocument/2006/relationships/image" Target="../media/image233.emf"/><Relationship Id="rId10" Type="http://schemas.openxmlformats.org/officeDocument/2006/relationships/image" Target="../media/image238.emf"/><Relationship Id="rId4" Type="http://schemas.openxmlformats.org/officeDocument/2006/relationships/image" Target="../media/image232.emf"/><Relationship Id="rId9" Type="http://schemas.openxmlformats.org/officeDocument/2006/relationships/image" Target="../media/image237.emf"/></Relationships>
</file>

<file path=ppt/drawings/_rels/vmlDrawing47.vml.rels><?xml version="1.0" encoding="UTF-8" standalone="yes"?>
<Relationships xmlns="http://schemas.openxmlformats.org/package/2006/relationships"><Relationship Id="rId3" Type="http://schemas.openxmlformats.org/officeDocument/2006/relationships/image" Target="../media/image241.emf"/><Relationship Id="rId2" Type="http://schemas.openxmlformats.org/officeDocument/2006/relationships/image" Target="../media/image240.emf"/><Relationship Id="rId1" Type="http://schemas.openxmlformats.org/officeDocument/2006/relationships/image" Target="../media/image239.emf"/><Relationship Id="rId6" Type="http://schemas.openxmlformats.org/officeDocument/2006/relationships/image" Target="../media/image244.emf"/><Relationship Id="rId5" Type="http://schemas.openxmlformats.org/officeDocument/2006/relationships/image" Target="../media/image243.emf"/><Relationship Id="rId4" Type="http://schemas.openxmlformats.org/officeDocument/2006/relationships/image" Target="../media/image242.emf"/></Relationships>
</file>

<file path=ppt/drawings/_rels/vmlDrawing48.vml.rels><?xml version="1.0" encoding="UTF-8" standalone="yes"?>
<Relationships xmlns="http://schemas.openxmlformats.org/package/2006/relationships"><Relationship Id="rId3" Type="http://schemas.openxmlformats.org/officeDocument/2006/relationships/image" Target="../media/image247.emf"/><Relationship Id="rId2" Type="http://schemas.openxmlformats.org/officeDocument/2006/relationships/image" Target="../media/image246.emf"/><Relationship Id="rId1" Type="http://schemas.openxmlformats.org/officeDocument/2006/relationships/image" Target="../media/image245.emf"/><Relationship Id="rId5" Type="http://schemas.openxmlformats.org/officeDocument/2006/relationships/image" Target="../media/image249.emf"/><Relationship Id="rId4" Type="http://schemas.openxmlformats.org/officeDocument/2006/relationships/image" Target="../media/image248.emf"/></Relationships>
</file>

<file path=ppt/drawings/_rels/vmlDrawing49.vml.rels><?xml version="1.0" encoding="UTF-8" standalone="yes"?>
<Relationships xmlns="http://schemas.openxmlformats.org/package/2006/relationships"><Relationship Id="rId2" Type="http://schemas.openxmlformats.org/officeDocument/2006/relationships/image" Target="../media/image251.emf"/><Relationship Id="rId1" Type="http://schemas.openxmlformats.org/officeDocument/2006/relationships/image" Target="../media/image250.emf"/></Relationships>
</file>

<file path=ppt/drawings/_rels/vmlDrawing50.vml.rels><?xml version="1.0" encoding="UTF-8" standalone="yes"?>
<Relationships xmlns="http://schemas.openxmlformats.org/package/2006/relationships"><Relationship Id="rId3" Type="http://schemas.openxmlformats.org/officeDocument/2006/relationships/image" Target="../media/image254.emf"/><Relationship Id="rId7" Type="http://schemas.openxmlformats.org/officeDocument/2006/relationships/image" Target="../media/image258.wmf"/><Relationship Id="rId2" Type="http://schemas.openxmlformats.org/officeDocument/2006/relationships/image" Target="../media/image253.emf"/><Relationship Id="rId1" Type="http://schemas.openxmlformats.org/officeDocument/2006/relationships/image" Target="../media/image252.emf"/><Relationship Id="rId6" Type="http://schemas.openxmlformats.org/officeDocument/2006/relationships/image" Target="../media/image257.wmf"/><Relationship Id="rId5" Type="http://schemas.openxmlformats.org/officeDocument/2006/relationships/image" Target="../media/image256.wmf"/><Relationship Id="rId4" Type="http://schemas.openxmlformats.org/officeDocument/2006/relationships/image" Target="../media/image255.wmf"/></Relationships>
</file>

<file path=ppt/drawings/_rels/vmlDrawing51.vml.rels><?xml version="1.0" encoding="UTF-8" standalone="yes"?>
<Relationships xmlns="http://schemas.openxmlformats.org/package/2006/relationships"><Relationship Id="rId3" Type="http://schemas.openxmlformats.org/officeDocument/2006/relationships/image" Target="../media/image262.emf"/><Relationship Id="rId2" Type="http://schemas.openxmlformats.org/officeDocument/2006/relationships/image" Target="../media/image261.emf"/><Relationship Id="rId1" Type="http://schemas.openxmlformats.org/officeDocument/2006/relationships/image" Target="../media/image260.emf"/></Relationships>
</file>

<file path=ppt/drawings/_rels/vmlDrawing52.vml.rels><?xml version="1.0" encoding="UTF-8" standalone="yes"?>
<Relationships xmlns="http://schemas.openxmlformats.org/package/2006/relationships"><Relationship Id="rId3" Type="http://schemas.openxmlformats.org/officeDocument/2006/relationships/image" Target="../media/image266.wmf"/><Relationship Id="rId2" Type="http://schemas.openxmlformats.org/officeDocument/2006/relationships/image" Target="../media/image265.wmf"/><Relationship Id="rId1" Type="http://schemas.openxmlformats.org/officeDocument/2006/relationships/image" Target="../media/image264.wmf"/></Relationships>
</file>

<file path=ppt/drawings/_rels/vmlDrawing53.vml.rels><?xml version="1.0" encoding="UTF-8" standalone="yes"?>
<Relationships xmlns="http://schemas.openxmlformats.org/package/2006/relationships"><Relationship Id="rId3" Type="http://schemas.openxmlformats.org/officeDocument/2006/relationships/image" Target="../media/image269.emf"/><Relationship Id="rId2" Type="http://schemas.openxmlformats.org/officeDocument/2006/relationships/image" Target="../media/image268.emf"/><Relationship Id="rId1" Type="http://schemas.openxmlformats.org/officeDocument/2006/relationships/image" Target="../media/image267.emf"/><Relationship Id="rId5" Type="http://schemas.openxmlformats.org/officeDocument/2006/relationships/image" Target="../media/image271.emf"/><Relationship Id="rId4" Type="http://schemas.openxmlformats.org/officeDocument/2006/relationships/image" Target="../media/image270.emf"/></Relationships>
</file>

<file path=ppt/drawings/_rels/vmlDrawing54.vml.rels><?xml version="1.0" encoding="UTF-8" standalone="yes"?>
<Relationships xmlns="http://schemas.openxmlformats.org/package/2006/relationships"><Relationship Id="rId3" Type="http://schemas.openxmlformats.org/officeDocument/2006/relationships/image" Target="../media/image274.emf"/><Relationship Id="rId2" Type="http://schemas.openxmlformats.org/officeDocument/2006/relationships/image" Target="../media/image273.emf"/><Relationship Id="rId1" Type="http://schemas.openxmlformats.org/officeDocument/2006/relationships/image" Target="../media/image272.emf"/><Relationship Id="rId5" Type="http://schemas.openxmlformats.org/officeDocument/2006/relationships/image" Target="../media/image276.emf"/><Relationship Id="rId4" Type="http://schemas.openxmlformats.org/officeDocument/2006/relationships/image" Target="../media/image275.emf"/></Relationships>
</file>

<file path=ppt/drawings/_rels/vmlDrawing55.vml.rels><?xml version="1.0" encoding="UTF-8" standalone="yes"?>
<Relationships xmlns="http://schemas.openxmlformats.org/package/2006/relationships"><Relationship Id="rId2" Type="http://schemas.openxmlformats.org/officeDocument/2006/relationships/image" Target="../media/image278.emf"/><Relationship Id="rId1" Type="http://schemas.openxmlformats.org/officeDocument/2006/relationships/image" Target="../media/image277.emf"/></Relationships>
</file>

<file path=ppt/drawings/_rels/vmlDrawing56.vml.rels><?xml version="1.0" encoding="UTF-8" standalone="yes"?>
<Relationships xmlns="http://schemas.openxmlformats.org/package/2006/relationships"><Relationship Id="rId3" Type="http://schemas.openxmlformats.org/officeDocument/2006/relationships/image" Target="../media/image282.wmf"/><Relationship Id="rId7" Type="http://schemas.openxmlformats.org/officeDocument/2006/relationships/image" Target="../media/image286.emf"/><Relationship Id="rId2" Type="http://schemas.openxmlformats.org/officeDocument/2006/relationships/image" Target="../media/image281.wmf"/><Relationship Id="rId1" Type="http://schemas.openxmlformats.org/officeDocument/2006/relationships/image" Target="../media/image280.wmf"/><Relationship Id="rId6" Type="http://schemas.openxmlformats.org/officeDocument/2006/relationships/image" Target="../media/image285.wmf"/><Relationship Id="rId5" Type="http://schemas.openxmlformats.org/officeDocument/2006/relationships/image" Target="../media/image284.wmf"/><Relationship Id="rId4" Type="http://schemas.openxmlformats.org/officeDocument/2006/relationships/image" Target="../media/image283.wmf"/></Relationships>
</file>

<file path=ppt/drawings/_rels/vmlDrawing57.vml.rels><?xml version="1.0" encoding="UTF-8" standalone="yes"?>
<Relationships xmlns="http://schemas.openxmlformats.org/package/2006/relationships"><Relationship Id="rId3" Type="http://schemas.openxmlformats.org/officeDocument/2006/relationships/image" Target="../media/image289.emf"/><Relationship Id="rId2" Type="http://schemas.openxmlformats.org/officeDocument/2006/relationships/image" Target="../media/image288.emf"/><Relationship Id="rId1" Type="http://schemas.openxmlformats.org/officeDocument/2006/relationships/image" Target="../media/image287.emf"/><Relationship Id="rId5" Type="http://schemas.openxmlformats.org/officeDocument/2006/relationships/image" Target="../media/image291.emf"/><Relationship Id="rId4" Type="http://schemas.openxmlformats.org/officeDocument/2006/relationships/image" Target="../media/image290.emf"/></Relationships>
</file>

<file path=ppt/drawings/_rels/vmlDrawing58.vml.rels><?xml version="1.0" encoding="UTF-8" standalone="yes"?>
<Relationships xmlns="http://schemas.openxmlformats.org/package/2006/relationships"><Relationship Id="rId3" Type="http://schemas.openxmlformats.org/officeDocument/2006/relationships/image" Target="../media/image294.wmf"/><Relationship Id="rId2" Type="http://schemas.openxmlformats.org/officeDocument/2006/relationships/image" Target="../media/image293.wmf"/><Relationship Id="rId1" Type="http://schemas.openxmlformats.org/officeDocument/2006/relationships/image" Target="../media/image292.wmf"/></Relationships>
</file>

<file path=ppt/drawings/_rels/vmlDrawing59.vml.rels><?xml version="1.0" encoding="UTF-8" standalone="yes"?>
<Relationships xmlns="http://schemas.openxmlformats.org/package/2006/relationships"><Relationship Id="rId2" Type="http://schemas.openxmlformats.org/officeDocument/2006/relationships/image" Target="../media/image297.emf"/><Relationship Id="rId1" Type="http://schemas.openxmlformats.org/officeDocument/2006/relationships/image" Target="../media/image296.wmf"/></Relationships>
</file>

<file path=ppt/drawings/_rels/vmlDrawing60.vml.rels><?xml version="1.0" encoding="UTF-8" standalone="yes"?>
<Relationships xmlns="http://schemas.openxmlformats.org/package/2006/relationships"><Relationship Id="rId8" Type="http://schemas.openxmlformats.org/officeDocument/2006/relationships/image" Target="../media/image306.emf"/><Relationship Id="rId3" Type="http://schemas.openxmlformats.org/officeDocument/2006/relationships/image" Target="../media/image301.emf"/><Relationship Id="rId7" Type="http://schemas.openxmlformats.org/officeDocument/2006/relationships/image" Target="../media/image305.emf"/><Relationship Id="rId2" Type="http://schemas.openxmlformats.org/officeDocument/2006/relationships/image" Target="../media/image300.emf"/><Relationship Id="rId1" Type="http://schemas.openxmlformats.org/officeDocument/2006/relationships/image" Target="../media/image299.emf"/><Relationship Id="rId6" Type="http://schemas.openxmlformats.org/officeDocument/2006/relationships/image" Target="../media/image304.emf"/><Relationship Id="rId5" Type="http://schemas.openxmlformats.org/officeDocument/2006/relationships/image" Target="../media/image303.emf"/><Relationship Id="rId4" Type="http://schemas.openxmlformats.org/officeDocument/2006/relationships/image" Target="../media/image302.emf"/></Relationships>
</file>

<file path=ppt/drawings/_rels/vmlDrawing61.vml.rels><?xml version="1.0" encoding="UTF-8" standalone="yes"?>
<Relationships xmlns="http://schemas.openxmlformats.org/package/2006/relationships"><Relationship Id="rId2" Type="http://schemas.openxmlformats.org/officeDocument/2006/relationships/image" Target="../media/image309.wmf"/><Relationship Id="rId1" Type="http://schemas.openxmlformats.org/officeDocument/2006/relationships/image" Target="../media/image308.emf"/></Relationships>
</file>

<file path=ppt/drawings/_rels/vmlDrawing62.vml.rels><?xml version="1.0" encoding="UTF-8" standalone="yes"?>
<Relationships xmlns="http://schemas.openxmlformats.org/package/2006/relationships"><Relationship Id="rId2" Type="http://schemas.openxmlformats.org/officeDocument/2006/relationships/image" Target="../media/image308.emf"/><Relationship Id="rId1" Type="http://schemas.openxmlformats.org/officeDocument/2006/relationships/image" Target="../media/image312.emf"/></Relationships>
</file>

<file path=ppt/drawings/_rels/vmlDrawing63.vml.rels><?xml version="1.0" encoding="UTF-8" standalone="yes"?>
<Relationships xmlns="http://schemas.openxmlformats.org/package/2006/relationships"><Relationship Id="rId2" Type="http://schemas.openxmlformats.org/officeDocument/2006/relationships/image" Target="../media/image315.emf"/><Relationship Id="rId1" Type="http://schemas.openxmlformats.org/officeDocument/2006/relationships/image" Target="../media/image314.emf"/></Relationships>
</file>

<file path=ppt/drawings/_rels/vmlDrawing64.vml.rels><?xml version="1.0" encoding="UTF-8" standalone="yes"?>
<Relationships xmlns="http://schemas.openxmlformats.org/package/2006/relationships"><Relationship Id="rId2" Type="http://schemas.openxmlformats.org/officeDocument/2006/relationships/image" Target="../media/image317.emf"/><Relationship Id="rId1" Type="http://schemas.openxmlformats.org/officeDocument/2006/relationships/image" Target="../media/image316.emf"/></Relationships>
</file>

<file path=ppt/drawings/_rels/vmlDrawing65.vml.rels><?xml version="1.0" encoding="UTF-8" standalone="yes"?>
<Relationships xmlns="http://schemas.openxmlformats.org/package/2006/relationships"><Relationship Id="rId1" Type="http://schemas.openxmlformats.org/officeDocument/2006/relationships/image" Target="../media/image318.emf"/></Relationships>
</file>

<file path=ppt/drawings/_rels/vmlDrawing66.vml.rels><?xml version="1.0" encoding="UTF-8" standalone="yes"?>
<Relationships xmlns="http://schemas.openxmlformats.org/package/2006/relationships"><Relationship Id="rId3" Type="http://schemas.openxmlformats.org/officeDocument/2006/relationships/image" Target="../media/image321.wmf"/><Relationship Id="rId7" Type="http://schemas.openxmlformats.org/officeDocument/2006/relationships/image" Target="../media/image325.wmf"/><Relationship Id="rId2" Type="http://schemas.openxmlformats.org/officeDocument/2006/relationships/image" Target="../media/image320.wmf"/><Relationship Id="rId1" Type="http://schemas.openxmlformats.org/officeDocument/2006/relationships/image" Target="../media/image319.wmf"/><Relationship Id="rId6" Type="http://schemas.openxmlformats.org/officeDocument/2006/relationships/image" Target="../media/image324.wmf"/><Relationship Id="rId5" Type="http://schemas.openxmlformats.org/officeDocument/2006/relationships/image" Target="../media/image323.wmf"/><Relationship Id="rId4" Type="http://schemas.openxmlformats.org/officeDocument/2006/relationships/image" Target="../media/image322.wmf"/></Relationships>
</file>

<file path=ppt/drawings/_rels/vmlDrawing67.vml.rels><?xml version="1.0" encoding="UTF-8" standalone="yes"?>
<Relationships xmlns="http://schemas.openxmlformats.org/package/2006/relationships"><Relationship Id="rId1" Type="http://schemas.openxmlformats.org/officeDocument/2006/relationships/image" Target="../media/image326.emf"/></Relationships>
</file>

<file path=ppt/drawings/_rels/vmlDrawing68.vml.rels><?xml version="1.0" encoding="UTF-8" standalone="yes"?>
<Relationships xmlns="http://schemas.openxmlformats.org/package/2006/relationships"><Relationship Id="rId1" Type="http://schemas.openxmlformats.org/officeDocument/2006/relationships/image" Target="../media/image327.emf"/></Relationships>
</file>

<file path=ppt/drawings/_rels/vmlDrawing69.vml.rels><?xml version="1.0" encoding="UTF-8" standalone="yes"?>
<Relationships xmlns="http://schemas.openxmlformats.org/package/2006/relationships"><Relationship Id="rId1" Type="http://schemas.openxmlformats.org/officeDocument/2006/relationships/image" Target="../media/image328.emf"/></Relationships>
</file>

<file path=ppt/drawings/_rels/vmlDrawing70.vml.rels><?xml version="1.0" encoding="UTF-8" standalone="yes"?>
<Relationships xmlns="http://schemas.openxmlformats.org/package/2006/relationships"><Relationship Id="rId1" Type="http://schemas.openxmlformats.org/officeDocument/2006/relationships/image" Target="../media/image329.emf"/></Relationships>
</file>

<file path=ppt/drawings/_rels/vmlDrawing71.vml.rels><?xml version="1.0" encoding="UTF-8" standalone="yes"?>
<Relationships xmlns="http://schemas.openxmlformats.org/package/2006/relationships"><Relationship Id="rId1" Type="http://schemas.openxmlformats.org/officeDocument/2006/relationships/image" Target="../media/image330.emf"/></Relationships>
</file>

<file path=ppt/drawings/_rels/vmlDrawing72.vml.rels><?xml version="1.0" encoding="UTF-8" standalone="yes"?>
<Relationships xmlns="http://schemas.openxmlformats.org/package/2006/relationships"><Relationship Id="rId3" Type="http://schemas.openxmlformats.org/officeDocument/2006/relationships/image" Target="../media/image333.wmf"/><Relationship Id="rId2" Type="http://schemas.openxmlformats.org/officeDocument/2006/relationships/image" Target="../media/image332.wmf"/><Relationship Id="rId1" Type="http://schemas.openxmlformats.org/officeDocument/2006/relationships/image" Target="../media/image331.wmf"/><Relationship Id="rId6" Type="http://schemas.openxmlformats.org/officeDocument/2006/relationships/image" Target="../media/image336.wmf"/><Relationship Id="rId5" Type="http://schemas.openxmlformats.org/officeDocument/2006/relationships/image" Target="../media/image335.wmf"/><Relationship Id="rId4" Type="http://schemas.openxmlformats.org/officeDocument/2006/relationships/image" Target="../media/image334.wmf"/></Relationships>
</file>

<file path=ppt/drawings/_rels/vmlDrawing73.vml.rels><?xml version="1.0" encoding="UTF-8" standalone="yes"?>
<Relationships xmlns="http://schemas.openxmlformats.org/package/2006/relationships"><Relationship Id="rId1" Type="http://schemas.openxmlformats.org/officeDocument/2006/relationships/image" Target="../media/image337.emf"/></Relationships>
</file>

<file path=ppt/drawings/_rels/vmlDrawing74.vml.rels><?xml version="1.0" encoding="UTF-8" standalone="yes"?>
<Relationships xmlns="http://schemas.openxmlformats.org/package/2006/relationships"><Relationship Id="rId1" Type="http://schemas.openxmlformats.org/officeDocument/2006/relationships/image" Target="../media/image338.emf"/></Relationships>
</file>

<file path=ppt/drawings/_rels/vmlDrawing75.vml.rels><?xml version="1.0" encoding="UTF-8" standalone="yes"?>
<Relationships xmlns="http://schemas.openxmlformats.org/package/2006/relationships"><Relationship Id="rId1" Type="http://schemas.openxmlformats.org/officeDocument/2006/relationships/image" Target="../media/image339.emf"/></Relationships>
</file>

<file path=ppt/drawings/_rels/vmlDrawing76.vml.rels><?xml version="1.0" encoding="UTF-8" standalone="yes"?>
<Relationships xmlns="http://schemas.openxmlformats.org/package/2006/relationships"><Relationship Id="rId1" Type="http://schemas.openxmlformats.org/officeDocument/2006/relationships/image" Target="../media/image340.emf"/></Relationships>
</file>

<file path=ppt/drawings/_rels/vmlDrawing77.vml.rels><?xml version="1.0" encoding="UTF-8" standalone="yes"?>
<Relationships xmlns="http://schemas.openxmlformats.org/package/2006/relationships"><Relationship Id="rId3" Type="http://schemas.openxmlformats.org/officeDocument/2006/relationships/image" Target="../media/image343.wmf"/><Relationship Id="rId2" Type="http://schemas.openxmlformats.org/officeDocument/2006/relationships/image" Target="../media/image342.wmf"/><Relationship Id="rId1" Type="http://schemas.openxmlformats.org/officeDocument/2006/relationships/image" Target="../media/image341.wmf"/><Relationship Id="rId4" Type="http://schemas.openxmlformats.org/officeDocument/2006/relationships/image" Target="../media/image344.wmf"/></Relationships>
</file>

<file path=ppt/drawings/_rels/vmlDrawing78.vml.rels><?xml version="1.0" encoding="UTF-8" standalone="yes"?>
<Relationships xmlns="http://schemas.openxmlformats.org/package/2006/relationships"><Relationship Id="rId3" Type="http://schemas.openxmlformats.org/officeDocument/2006/relationships/image" Target="../media/image347.wmf"/><Relationship Id="rId2" Type="http://schemas.openxmlformats.org/officeDocument/2006/relationships/image" Target="../media/image346.wmf"/><Relationship Id="rId1" Type="http://schemas.openxmlformats.org/officeDocument/2006/relationships/image" Target="../media/image345.wmf"/></Relationships>
</file>

<file path=ppt/drawings/_rels/vmlDrawing79.vml.rels><?xml version="1.0" encoding="UTF-8" standalone="yes"?>
<Relationships xmlns="http://schemas.openxmlformats.org/package/2006/relationships"><Relationship Id="rId3" Type="http://schemas.openxmlformats.org/officeDocument/2006/relationships/image" Target="../media/image350.wmf"/><Relationship Id="rId2" Type="http://schemas.openxmlformats.org/officeDocument/2006/relationships/image" Target="../media/image349.wmf"/><Relationship Id="rId1" Type="http://schemas.openxmlformats.org/officeDocument/2006/relationships/image" Target="../media/image348.wmf"/><Relationship Id="rId6" Type="http://schemas.openxmlformats.org/officeDocument/2006/relationships/image" Target="../media/image353.wmf"/><Relationship Id="rId5" Type="http://schemas.openxmlformats.org/officeDocument/2006/relationships/image" Target="../media/image352.emf"/><Relationship Id="rId4" Type="http://schemas.openxmlformats.org/officeDocument/2006/relationships/image" Target="../media/image351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560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410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noProof="0" smtClean="0"/>
              <a:t>单击此处编辑母版文本样式</a:t>
            </a:r>
          </a:p>
          <a:p>
            <a:pPr lvl="1"/>
            <a:r>
              <a:rPr lang="zh-CN" altLang="en-US" noProof="0" smtClean="0"/>
              <a:t>第二级</a:t>
            </a:r>
          </a:p>
          <a:p>
            <a:pPr lvl="2"/>
            <a:r>
              <a:rPr lang="zh-CN" altLang="en-US" noProof="0" smtClean="0"/>
              <a:t>第三级</a:t>
            </a:r>
          </a:p>
          <a:p>
            <a:pPr lvl="3"/>
            <a:r>
              <a:rPr lang="zh-CN" altLang="en-US" noProof="0" smtClean="0"/>
              <a:t>第四级</a:t>
            </a:r>
          </a:p>
          <a:p>
            <a:pPr lvl="4"/>
            <a:r>
              <a:rPr lang="zh-CN" altLang="en-US" noProof="0" smtClean="0"/>
              <a:t>第五级</a:t>
            </a:r>
          </a:p>
        </p:txBody>
      </p:sp>
      <p:sp>
        <p:nvSpPr>
          <p:cNvPr id="410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10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pPr>
              <a:defRPr/>
            </a:pPr>
            <a:fld id="{3BD04EFF-E107-4F08-86C0-5B4C3B85FEE7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061D4D9D-32EA-4A61-8A0D-FE68DA22A41F}" type="slidenum">
              <a:rPr lang="en-US" altLang="zh-CN" smtClean="0"/>
              <a:pPr/>
              <a:t>7</a:t>
            </a:fld>
            <a:endParaRPr lang="en-US" altLang="zh-CN" smtClean="0"/>
          </a:p>
        </p:txBody>
      </p:sp>
      <p:sp>
        <p:nvSpPr>
          <p:cNvPr id="327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277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noFill/>
        </p:spPr>
        <p:txBody>
          <a:bodyPr/>
          <a:lstStyle/>
          <a:p>
            <a:pPr eaLnBrk="1" hangingPunct="1"/>
            <a:endParaRPr lang="zh-CN" altLang="zh-CN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84708C22-85A3-4F08-B610-186F66658E00}" type="slidenum">
              <a:rPr lang="en-US" altLang="zh-CN" smtClean="0">
                <a:latin typeface="Times New Roman" panose="02020603050405020304" pitchFamily="18" charset="0"/>
              </a:rPr>
              <a:pPr/>
              <a:t>8</a:t>
            </a:fld>
            <a:endParaRPr lang="en-US" altLang="zh-CN" smtClean="0">
              <a:latin typeface="Times New Roman" panose="02020603050405020304" pitchFamily="18" charset="0"/>
            </a:endParaRPr>
          </a:p>
        </p:txBody>
      </p:sp>
      <p:sp>
        <p:nvSpPr>
          <p:cNvPr id="348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4820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CN" altLang="zh-CN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740C3771-BDEA-4193-BF25-E0FE7637480A}" type="slidenum">
              <a:rPr lang="en-US" altLang="zh-CN" smtClean="0">
                <a:latin typeface="Times New Roman" panose="02020603050405020304" pitchFamily="18" charset="0"/>
              </a:rPr>
              <a:pPr/>
              <a:t>13</a:t>
            </a:fld>
            <a:endParaRPr lang="en-US" altLang="zh-CN" smtClean="0">
              <a:latin typeface="Times New Roman" panose="02020603050405020304" pitchFamily="18" charset="0"/>
            </a:endParaRPr>
          </a:p>
        </p:txBody>
      </p:sp>
      <p:sp>
        <p:nvSpPr>
          <p:cNvPr id="409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0964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CN" altLang="zh-CN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07B5773B-1E7A-455A-B961-A53D10137599}" type="slidenum">
              <a:rPr lang="en-US" altLang="zh-CN" smtClean="0">
                <a:latin typeface="Times New Roman" panose="02020603050405020304" pitchFamily="18" charset="0"/>
              </a:rPr>
              <a:pPr/>
              <a:t>14</a:t>
            </a:fld>
            <a:endParaRPr lang="en-US" altLang="zh-CN" smtClean="0">
              <a:latin typeface="Times New Roman" panose="02020603050405020304" pitchFamily="18" charset="0"/>
            </a:endParaRPr>
          </a:p>
        </p:txBody>
      </p:sp>
      <p:sp>
        <p:nvSpPr>
          <p:cNvPr id="430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3012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CN" altLang="zh-CN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ECDDE741-4DC9-4389-B506-028EE73DA4AF}" type="slidenum">
              <a:rPr lang="en-US" altLang="zh-CN" smtClean="0"/>
              <a:pPr/>
              <a:t>21</a:t>
            </a:fld>
            <a:endParaRPr lang="en-US" altLang="zh-CN" smtClean="0"/>
          </a:p>
        </p:txBody>
      </p:sp>
      <p:sp>
        <p:nvSpPr>
          <p:cNvPr id="512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120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noFill/>
        </p:spPr>
        <p:txBody>
          <a:bodyPr/>
          <a:lstStyle/>
          <a:p>
            <a:pPr eaLnBrk="1" hangingPunct="1"/>
            <a:endParaRPr lang="zh-CN" altLang="zh-CN" smtClean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3C01FC06-074E-432F-8031-1623DF46AF56}" type="slidenum">
              <a:rPr lang="en-US" altLang="zh-CN" smtClean="0">
                <a:latin typeface="Times New Roman" panose="02020603050405020304" pitchFamily="18" charset="0"/>
              </a:rPr>
              <a:pPr/>
              <a:t>28</a:t>
            </a:fld>
            <a:endParaRPr lang="en-US" altLang="zh-CN" smtClean="0">
              <a:latin typeface="Times New Roman" panose="02020603050405020304" pitchFamily="18" charset="0"/>
            </a:endParaRPr>
          </a:p>
        </p:txBody>
      </p:sp>
      <p:sp>
        <p:nvSpPr>
          <p:cNvPr id="593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9396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CN" altLang="zh-CN" smtClean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9968030D-E9A3-4ED4-A334-B6B9865AFC92}" type="slidenum">
              <a:rPr lang="en-US" altLang="zh-CN" smtClean="0">
                <a:latin typeface="Times New Roman" panose="02020603050405020304" pitchFamily="18" charset="0"/>
              </a:rPr>
              <a:pPr/>
              <a:t>33</a:t>
            </a:fld>
            <a:endParaRPr lang="en-US" altLang="zh-CN" smtClean="0">
              <a:latin typeface="Times New Roman" panose="02020603050405020304" pitchFamily="18" charset="0"/>
            </a:endParaRPr>
          </a:p>
        </p:txBody>
      </p:sp>
      <p:sp>
        <p:nvSpPr>
          <p:cNvPr id="655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554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zh-CN" altLang="zh-CN" smtClean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F6EE3B6C-069E-44B4-B695-CFB3FB952289}" type="slidenum">
              <a:rPr lang="en-US" altLang="zh-CN" smtClean="0"/>
              <a:pPr/>
              <a:t>42</a:t>
            </a:fld>
            <a:endParaRPr lang="en-US" altLang="zh-CN" smtClean="0"/>
          </a:p>
        </p:txBody>
      </p:sp>
      <p:sp>
        <p:nvSpPr>
          <p:cNvPr id="757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578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zh-CN" altLang="zh-CN" smtClean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3BF3A3C6-302B-4DF2-8648-A5317EAA612A}" type="slidenum">
              <a:rPr lang="en-US" altLang="zh-CN" smtClean="0"/>
              <a:pPr/>
              <a:t>43</a:t>
            </a:fld>
            <a:endParaRPr lang="en-US" altLang="zh-CN" smtClean="0"/>
          </a:p>
        </p:txBody>
      </p:sp>
      <p:sp>
        <p:nvSpPr>
          <p:cNvPr id="778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782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noFill/>
        </p:spPr>
        <p:txBody>
          <a:bodyPr/>
          <a:lstStyle/>
          <a:p>
            <a:endParaRPr lang="zh-CN" altLang="zh-CN" smtClean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08C13CD8-A3DB-425A-98F9-C4103E25FE33}" type="slidenum">
              <a:rPr lang="en-US" altLang="zh-CN" smtClean="0"/>
              <a:pPr/>
              <a:t>44</a:t>
            </a:fld>
            <a:endParaRPr lang="en-US" altLang="zh-CN" smtClean="0"/>
          </a:p>
        </p:txBody>
      </p:sp>
      <p:sp>
        <p:nvSpPr>
          <p:cNvPr id="7987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987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noFill/>
        </p:spPr>
        <p:txBody>
          <a:bodyPr/>
          <a:lstStyle/>
          <a:p>
            <a:endParaRPr lang="zh-CN" altLang="zh-CN" smtClean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DF6D3CDC-4806-4DE3-B1C4-067E11185A7F}" type="slidenum">
              <a:rPr lang="en-US" altLang="zh-CN" smtClean="0"/>
              <a:pPr/>
              <a:t>45</a:t>
            </a:fld>
            <a:endParaRPr lang="en-US" altLang="zh-CN" smtClean="0"/>
          </a:p>
        </p:txBody>
      </p:sp>
      <p:sp>
        <p:nvSpPr>
          <p:cNvPr id="819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192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noFill/>
        </p:spPr>
        <p:txBody>
          <a:bodyPr/>
          <a:lstStyle/>
          <a:p>
            <a:endParaRPr lang="zh-CN" altLang="zh-CN" smtClean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1B7869C9-5C09-4DF1-91AA-93EC5007A1E3}" type="slidenum">
              <a:rPr lang="en-US" altLang="zh-CN" smtClean="0"/>
              <a:pPr/>
              <a:t>46</a:t>
            </a:fld>
            <a:endParaRPr lang="en-US" altLang="zh-CN" smtClean="0"/>
          </a:p>
        </p:txBody>
      </p:sp>
      <p:sp>
        <p:nvSpPr>
          <p:cNvPr id="839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397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noFill/>
        </p:spPr>
        <p:txBody>
          <a:bodyPr/>
          <a:lstStyle/>
          <a:p>
            <a:endParaRPr lang="zh-CN" altLang="zh-CN" smtClean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ACBEAB8F-BC84-4F57-BB37-641AA8B63E3D}" type="slidenum">
              <a:rPr lang="en-US" altLang="zh-CN" smtClean="0"/>
              <a:pPr/>
              <a:t>47</a:t>
            </a:fld>
            <a:endParaRPr lang="en-US" altLang="zh-CN" smtClean="0"/>
          </a:p>
        </p:txBody>
      </p:sp>
      <p:sp>
        <p:nvSpPr>
          <p:cNvPr id="860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602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noFill/>
        </p:spPr>
        <p:txBody>
          <a:bodyPr/>
          <a:lstStyle/>
          <a:p>
            <a:endParaRPr lang="zh-CN" altLang="zh-CN" smtClean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9FEA4964-90FB-4CD9-B5BB-54E7D059ADC4}" type="slidenum">
              <a:rPr lang="en-US" altLang="zh-CN" smtClean="0"/>
              <a:pPr/>
              <a:t>48</a:t>
            </a:fld>
            <a:endParaRPr lang="en-US" altLang="zh-CN" smtClean="0"/>
          </a:p>
        </p:txBody>
      </p:sp>
      <p:sp>
        <p:nvSpPr>
          <p:cNvPr id="880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806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noFill/>
        </p:spPr>
        <p:txBody>
          <a:bodyPr/>
          <a:lstStyle/>
          <a:p>
            <a:endParaRPr lang="zh-CN" altLang="zh-CN" smtClean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B643548D-5C48-461F-B960-1DF7C939628D}" type="slidenum">
              <a:rPr lang="en-US" altLang="zh-CN"/>
              <a:pPr/>
              <a:t>49</a:t>
            </a:fld>
            <a:endParaRPr lang="en-US" altLang="zh-CN"/>
          </a:p>
        </p:txBody>
      </p:sp>
      <p:sp>
        <p:nvSpPr>
          <p:cNvPr id="7577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577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</p:spPr>
        <p:txBody>
          <a:bodyPr/>
          <a:lstStyle/>
          <a:p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423960485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01CFB8E5-93CD-42ED-A474-9F5A0C19C176}" type="slidenum">
              <a:rPr lang="en-US" altLang="zh-CN" smtClean="0"/>
              <a:pPr/>
              <a:t>50</a:t>
            </a:fld>
            <a:endParaRPr lang="en-US" altLang="zh-CN" smtClean="0"/>
          </a:p>
        </p:txBody>
      </p:sp>
      <p:sp>
        <p:nvSpPr>
          <p:cNvPr id="911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114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noFill/>
        </p:spPr>
        <p:txBody>
          <a:bodyPr/>
          <a:lstStyle/>
          <a:p>
            <a:endParaRPr lang="zh-CN" altLang="zh-CN" smtClean="0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37F0FE06-0BC7-4623-A3BD-15620660DFAD}" type="slidenum">
              <a:rPr lang="en-US" altLang="zh-CN"/>
              <a:pPr/>
              <a:t>51</a:t>
            </a:fld>
            <a:endParaRPr lang="en-US" altLang="zh-CN"/>
          </a:p>
        </p:txBody>
      </p:sp>
      <p:sp>
        <p:nvSpPr>
          <p:cNvPr id="10240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240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</p:spPr>
        <p:txBody>
          <a:bodyPr/>
          <a:lstStyle/>
          <a:p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137319464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B767E669-DD06-443E-A6F4-967AD4825A44}" type="slidenum">
              <a:rPr lang="en-US" altLang="zh-CN" smtClean="0"/>
              <a:pPr/>
              <a:t>52</a:t>
            </a:fld>
            <a:endParaRPr lang="en-US" altLang="zh-CN" smtClean="0"/>
          </a:p>
        </p:txBody>
      </p:sp>
      <p:sp>
        <p:nvSpPr>
          <p:cNvPr id="952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5236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zh-CN" altLang="zh-CN" smtClean="0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A4ACE3EA-90D8-4542-A8A4-3BF2A818E7A1}" type="slidenum">
              <a:rPr lang="en-US" altLang="zh-CN" smtClean="0"/>
              <a:pPr/>
              <a:t>53</a:t>
            </a:fld>
            <a:endParaRPr lang="en-US" altLang="zh-CN" smtClean="0"/>
          </a:p>
        </p:txBody>
      </p:sp>
      <p:sp>
        <p:nvSpPr>
          <p:cNvPr id="972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728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noFill/>
        </p:spPr>
        <p:txBody>
          <a:bodyPr/>
          <a:lstStyle/>
          <a:p>
            <a:endParaRPr lang="zh-CN" altLang="zh-CN" smtClean="0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78B7F99C-4DBA-4933-9CA2-56019A65D6EB}" type="slidenum">
              <a:rPr lang="en-US" altLang="zh-CN" smtClean="0"/>
              <a:pPr/>
              <a:t>54</a:t>
            </a:fld>
            <a:endParaRPr lang="en-US" altLang="zh-CN" smtClean="0"/>
          </a:p>
        </p:txBody>
      </p:sp>
      <p:sp>
        <p:nvSpPr>
          <p:cNvPr id="993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933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noFill/>
        </p:spPr>
        <p:txBody>
          <a:bodyPr/>
          <a:lstStyle/>
          <a:p>
            <a:endParaRPr lang="zh-CN" altLang="zh-CN" smtClean="0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B869BD6E-A819-4EF2-A507-390134433505}" type="slidenum">
              <a:rPr lang="en-US" altLang="zh-CN" smtClean="0"/>
              <a:pPr/>
              <a:t>55</a:t>
            </a:fld>
            <a:endParaRPr lang="en-US" altLang="zh-CN" smtClean="0"/>
          </a:p>
        </p:txBody>
      </p:sp>
      <p:sp>
        <p:nvSpPr>
          <p:cNvPr id="1013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138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noFill/>
        </p:spPr>
        <p:txBody>
          <a:bodyPr/>
          <a:lstStyle/>
          <a:p>
            <a:endParaRPr lang="zh-CN" altLang="zh-CN" smtClean="0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7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11FCDA12-FC82-4924-8A67-76BB1C1D4FC0}" type="slidenum">
              <a:rPr lang="zh-CN" altLang="en-US" smtClean="0">
                <a:latin typeface="Times New Roman" panose="02020603050405020304" pitchFamily="18" charset="0"/>
              </a:rPr>
              <a:pPr/>
              <a:t>58</a:t>
            </a:fld>
            <a:endParaRPr lang="en-US" altLang="zh-CN" smtClean="0">
              <a:latin typeface="Times New Roman" panose="02020603050405020304" pitchFamily="18" charset="0"/>
            </a:endParaRPr>
          </a:p>
        </p:txBody>
      </p:sp>
      <p:sp>
        <p:nvSpPr>
          <p:cNvPr id="10547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5476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CN" altLang="en-US" smtClean="0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70D84F10-21BA-4111-B036-016AB7E1DC62}" type="slidenum">
              <a:rPr lang="en-US" altLang="zh-CN" smtClean="0">
                <a:latin typeface="Times New Roman" panose="02020603050405020304" pitchFamily="18" charset="0"/>
              </a:rPr>
              <a:pPr/>
              <a:t>61</a:t>
            </a:fld>
            <a:endParaRPr lang="en-US" altLang="zh-CN" smtClean="0">
              <a:latin typeface="Times New Roman" panose="02020603050405020304" pitchFamily="18" charset="0"/>
            </a:endParaRPr>
          </a:p>
        </p:txBody>
      </p:sp>
      <p:sp>
        <p:nvSpPr>
          <p:cNvPr id="1095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9572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CN" altLang="zh-CN" smtClean="0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6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540C5349-4E77-44C1-B1AA-2F32559E159A}" type="slidenum">
              <a:rPr lang="en-US" altLang="zh-CN" smtClean="0">
                <a:latin typeface="Times New Roman" panose="02020603050405020304" pitchFamily="18" charset="0"/>
              </a:rPr>
              <a:pPr/>
              <a:t>64</a:t>
            </a:fld>
            <a:endParaRPr lang="en-US" altLang="zh-CN" smtClean="0">
              <a:latin typeface="Times New Roman" panose="02020603050405020304" pitchFamily="18" charset="0"/>
            </a:endParaRPr>
          </a:p>
        </p:txBody>
      </p:sp>
      <p:sp>
        <p:nvSpPr>
          <p:cNvPr id="1136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3668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CN" altLang="zh-CN" smtClean="0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7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0EC37629-F7BF-413B-B210-266F086327ED}" type="slidenum">
              <a:rPr lang="en-US" altLang="zh-CN" smtClean="0">
                <a:latin typeface="Times New Roman" panose="02020603050405020304" pitchFamily="18" charset="0"/>
              </a:rPr>
              <a:pPr/>
              <a:t>66</a:t>
            </a:fld>
            <a:endParaRPr lang="en-US" altLang="zh-CN" smtClean="0">
              <a:latin typeface="Times New Roman" panose="02020603050405020304" pitchFamily="18" charset="0"/>
            </a:endParaRPr>
          </a:p>
        </p:txBody>
      </p:sp>
      <p:sp>
        <p:nvSpPr>
          <p:cNvPr id="1167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116740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pPr eaLnBrk="1" hangingPunct="1"/>
            <a:endParaRPr lang="en-US" altLang="zh-CN" smtClean="0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85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1971CE5E-F93D-427C-B80D-DA7AEB9B868B}" type="slidenum">
              <a:rPr lang="en-US" altLang="zh-CN" smtClean="0">
                <a:latin typeface="Times New Roman" panose="02020603050405020304" pitchFamily="18" charset="0"/>
              </a:rPr>
              <a:pPr/>
              <a:t>70</a:t>
            </a:fld>
            <a:endParaRPr lang="en-US" altLang="zh-CN" smtClean="0">
              <a:latin typeface="Times New Roman" panose="02020603050405020304" pitchFamily="18" charset="0"/>
            </a:endParaRPr>
          </a:p>
        </p:txBody>
      </p:sp>
      <p:sp>
        <p:nvSpPr>
          <p:cNvPr id="1218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1860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CN" altLang="zh-CN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19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1219200" y="1981202"/>
            <a:ext cx="6858000" cy="1470025"/>
          </a:xfrm>
        </p:spPr>
        <p:txBody>
          <a:bodyPr/>
          <a:lstStyle>
            <a:lvl1pPr>
              <a:defRPr sz="3600"/>
            </a:lvl1pPr>
          </a:lstStyle>
          <a:p>
            <a:pPr lvl="0"/>
            <a:r>
              <a:rPr lang="zh-CN" altLang="en-US" noProof="0" smtClean="0"/>
              <a:t>单击此处编辑母版标题样式</a:t>
            </a:r>
          </a:p>
        </p:txBody>
      </p:sp>
      <p:sp>
        <p:nvSpPr>
          <p:cNvPr id="136195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600200" y="3632200"/>
            <a:ext cx="6172200" cy="838200"/>
          </a:xfrm>
        </p:spPr>
        <p:txBody>
          <a:bodyPr/>
          <a:lstStyle>
            <a:lvl1pPr marL="0" indent="0" algn="ctr">
              <a:buFontTx/>
              <a:buNone/>
              <a:defRPr b="1">
                <a:ea typeface="黑体" panose="02010609060101010101" pitchFamily="49" charset="-122"/>
              </a:defRPr>
            </a:lvl1pPr>
          </a:lstStyle>
          <a:p>
            <a:pPr lvl="0"/>
            <a:r>
              <a:rPr lang="zh-CN" altLang="en-US" noProof="0" smtClean="0"/>
              <a:t>单击此处编辑母版副标题样式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228600" y="6245225"/>
            <a:ext cx="2133600" cy="47625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048000" y="6245225"/>
            <a:ext cx="2895600" cy="47625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858000" y="6248400"/>
            <a:ext cx="2133600" cy="47625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>
              <a:defRPr/>
            </a:pPr>
            <a:fld id="{ADECD1DA-E722-4B0A-AF36-0E361E21B5A1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3626815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A5A553A-C7CB-490E-A0E6-25EC1B32EE9D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1962160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40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5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DEC99CB-EA23-4471-A053-4383E6395CC0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0507417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304800" y="1219200"/>
            <a:ext cx="4229100" cy="5029200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86300" y="1219200"/>
            <a:ext cx="4229100" cy="5029200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8E12E0A-060C-4220-A9C2-73D450961BD4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6012821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365127"/>
            <a:ext cx="78867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30239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30239" y="2505075"/>
            <a:ext cx="3868737" cy="368458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40F336F-F16F-4B3B-9881-DD38994CD9C1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5719521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382EE71-AA93-4AAC-9D73-9A7746CB8C56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2445242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699E0FF-1170-4915-8D61-6C64F22BB57A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7376520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9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788" y="987427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0239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F8F28D8-AB95-4BF2-97EA-CE2239B1F091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8883087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9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788" y="987427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 smtClean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0239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250F384-DFF9-4494-8485-7E6D740706CA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9114297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1A08A80-7FF9-4EAC-A513-77CBC8C285A0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7663891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762750" y="76200"/>
            <a:ext cx="2152650" cy="6172200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304800" y="76200"/>
            <a:ext cx="6305550" cy="6172200"/>
          </a:xfrm>
        </p:spPr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E9395C7-3F58-452B-AE43-CDB08941A7CF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9972370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标题，文本与两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62000" y="76200"/>
            <a:ext cx="7620000" cy="1066800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304800" y="1219200"/>
            <a:ext cx="4229100" cy="5029200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4686300" y="1219200"/>
            <a:ext cx="4229100" cy="2438400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4686300" y="3810000"/>
            <a:ext cx="4229100" cy="2438400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F7FE60A-F4BB-43AE-9593-0AF184BB4C31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98264880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1835151" y="274640"/>
            <a:ext cx="6851650" cy="6034087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590986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>
  <p:cSld name="标题和四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sz="quarter"/>
          </p:nvPr>
        </p:nvSpPr>
        <p:spPr>
          <a:xfrm>
            <a:off x="1835151" y="274638"/>
            <a:ext cx="6851650" cy="1143000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quarter" idx="1"/>
          </p:nvPr>
        </p:nvSpPr>
        <p:spPr>
          <a:xfrm>
            <a:off x="1835151" y="1600202"/>
            <a:ext cx="3349625" cy="2278063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5337176" y="1600202"/>
            <a:ext cx="3349625" cy="2278063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1835151" y="4030663"/>
            <a:ext cx="3349625" cy="2278062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5337176" y="4030663"/>
            <a:ext cx="3349625" cy="2278062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4827954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单击以编辑母版副标题样式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8608904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8650" y="365127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1471513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40"/>
            <a:ext cx="78867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5"/>
            <a:ext cx="78867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371873062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8650" y="365127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6715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825625"/>
            <a:ext cx="386715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6902384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365127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30239" y="1681163"/>
            <a:ext cx="386873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30239" y="2505075"/>
            <a:ext cx="386873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9755994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8650" y="365127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828927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8409365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9" y="457200"/>
            <a:ext cx="2949575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788" y="987427"/>
            <a:ext cx="462915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0239" y="2057400"/>
            <a:ext cx="2949575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2755601525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9" y="457200"/>
            <a:ext cx="2949575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788" y="987427"/>
            <a:ext cx="462915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 smtClean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0239" y="2057400"/>
            <a:ext cx="2949575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2876375118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8650" y="365127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63485913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43676" y="365125"/>
            <a:ext cx="1971675" cy="5811838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28651" y="365125"/>
            <a:ext cx="5762625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89394889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9F6B03B-F112-4C48-8C44-8720A0D0BD27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400711661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573C0BD-1DCF-49A6-A6B8-75D0F9D1310C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86570103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10501705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75646295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31686042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62080441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49871691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96289740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18377691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10263342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77077881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4"/>
          <p:cNvSpPr txBox="1">
            <a:spLocks noChangeArrowheads="1"/>
          </p:cNvSpPr>
          <p:nvPr/>
        </p:nvSpPr>
        <p:spPr bwMode="auto">
          <a:xfrm>
            <a:off x="4283075" y="333375"/>
            <a:ext cx="4392613" cy="565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r">
              <a:spcBef>
                <a:spcPct val="50000"/>
              </a:spcBef>
              <a:defRPr/>
            </a:pPr>
            <a:r>
              <a:rPr lang="zh-CN" altLang="en-US" sz="1600" smtClean="0">
                <a:solidFill>
                  <a:schemeClr val="bg2"/>
                </a:solidFill>
                <a:ea typeface="黑体" panose="02010609060101010101" pitchFamily="49" charset="-122"/>
              </a:rPr>
              <a:t>华东理工大学</a:t>
            </a:r>
          </a:p>
          <a:p>
            <a:pPr algn="r">
              <a:spcBef>
                <a:spcPct val="50000"/>
              </a:spcBef>
              <a:defRPr/>
            </a:pPr>
            <a:r>
              <a:rPr lang="en-US" altLang="zh-CN" sz="1000" smtClean="0">
                <a:solidFill>
                  <a:schemeClr val="bg2"/>
                </a:solidFill>
                <a:ea typeface="黑体" panose="02010609060101010101" pitchFamily="49" charset="-122"/>
              </a:rPr>
              <a:t>East China University of Science And Technology</a:t>
            </a:r>
          </a:p>
        </p:txBody>
      </p:sp>
    </p:spTree>
    <p:extLst>
      <p:ext uri="{BB962C8B-B14F-4D97-AF65-F5344CB8AC3E}">
        <p14:creationId xmlns:p14="http://schemas.microsoft.com/office/powerpoint/2010/main" val="1731097737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3467998969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标题，文本与两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35364647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24293338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1835151" y="274640"/>
            <a:ext cx="6851650" cy="6034087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53301565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2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0" y="0"/>
            <a:ext cx="0" cy="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0" y="0"/>
            <a:ext cx="0" cy="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519A6C4-9DAA-4FE4-945A-8ABEDFA6F918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793100399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>
  <p:cSld name="1_标题，文本与两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62000" y="76200"/>
            <a:ext cx="7620000" cy="1066800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304800" y="1219200"/>
            <a:ext cx="4229100" cy="5029200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4686300" y="1219200"/>
            <a:ext cx="4229100" cy="2438400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4686300" y="3810000"/>
            <a:ext cx="4229100" cy="2438400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0" y="0"/>
            <a:ext cx="0" cy="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0" y="0"/>
            <a:ext cx="0" cy="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437BFEE-EEDB-490A-B7B2-F8DB84272738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172430362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>
  <p:cSld name="标题和四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sz="quarter"/>
          </p:nvPr>
        </p:nvSpPr>
        <p:spPr>
          <a:xfrm>
            <a:off x="1835151" y="274638"/>
            <a:ext cx="6851650" cy="1143000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quarter" idx="1"/>
          </p:nvPr>
        </p:nvSpPr>
        <p:spPr>
          <a:xfrm>
            <a:off x="1835151" y="1600202"/>
            <a:ext cx="3349625" cy="2278063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5337176" y="1600202"/>
            <a:ext cx="3349625" cy="2278063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1835151" y="4030663"/>
            <a:ext cx="3349625" cy="2278062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5337176" y="4030663"/>
            <a:ext cx="3349625" cy="2278062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94361622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1_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304800" y="1219200"/>
            <a:ext cx="4229100" cy="5029200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86300" y="1219200"/>
            <a:ext cx="4229100" cy="5029200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0" y="0"/>
            <a:ext cx="0" cy="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0" y="0"/>
            <a:ext cx="0" cy="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06EA013-A941-4500-9A51-AB6D3DD1690A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852898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2.xml"/><Relationship Id="rId13" Type="http://schemas.openxmlformats.org/officeDocument/2006/relationships/image" Target="../media/image3.png"/><Relationship Id="rId3" Type="http://schemas.openxmlformats.org/officeDocument/2006/relationships/slideLayout" Target="../slideLayouts/slideLayout17.xml"/><Relationship Id="rId7" Type="http://schemas.openxmlformats.org/officeDocument/2006/relationships/slideLayout" Target="../slideLayouts/slideLayout21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5.xml"/><Relationship Id="rId6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25.xml"/><Relationship Id="rId5" Type="http://schemas.openxmlformats.org/officeDocument/2006/relationships/slideLayout" Target="../slideLayouts/slideLayout19.xml"/><Relationship Id="rId10" Type="http://schemas.openxmlformats.org/officeDocument/2006/relationships/slideLayout" Target="../slideLayouts/slideLayout24.xml"/><Relationship Id="rId4" Type="http://schemas.openxmlformats.org/officeDocument/2006/relationships/slideLayout" Target="../slideLayouts/slideLayout18.xml"/><Relationship Id="rId9" Type="http://schemas.openxmlformats.org/officeDocument/2006/relationships/slideLayout" Target="../slideLayouts/slideLayout23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3.xml"/><Relationship Id="rId13" Type="http://schemas.openxmlformats.org/officeDocument/2006/relationships/slideLayout" Target="../slideLayouts/slideLayout38.xml"/><Relationship Id="rId18" Type="http://schemas.openxmlformats.org/officeDocument/2006/relationships/slideLayout" Target="../slideLayouts/slideLayout43.xml"/><Relationship Id="rId3" Type="http://schemas.openxmlformats.org/officeDocument/2006/relationships/slideLayout" Target="../slideLayouts/slideLayout28.xml"/><Relationship Id="rId21" Type="http://schemas.openxmlformats.org/officeDocument/2006/relationships/theme" Target="../theme/theme3.xml"/><Relationship Id="rId7" Type="http://schemas.openxmlformats.org/officeDocument/2006/relationships/slideLayout" Target="../slideLayouts/slideLayout32.xml"/><Relationship Id="rId12" Type="http://schemas.openxmlformats.org/officeDocument/2006/relationships/slideLayout" Target="../slideLayouts/slideLayout37.xml"/><Relationship Id="rId17" Type="http://schemas.openxmlformats.org/officeDocument/2006/relationships/slideLayout" Target="../slideLayouts/slideLayout42.xml"/><Relationship Id="rId2" Type="http://schemas.openxmlformats.org/officeDocument/2006/relationships/slideLayout" Target="../slideLayouts/slideLayout27.xml"/><Relationship Id="rId16" Type="http://schemas.openxmlformats.org/officeDocument/2006/relationships/slideLayout" Target="../slideLayouts/slideLayout41.xml"/><Relationship Id="rId20" Type="http://schemas.openxmlformats.org/officeDocument/2006/relationships/slideLayout" Target="../slideLayouts/slideLayout45.xml"/><Relationship Id="rId1" Type="http://schemas.openxmlformats.org/officeDocument/2006/relationships/slideLayout" Target="../slideLayouts/slideLayout26.xml"/><Relationship Id="rId6" Type="http://schemas.openxmlformats.org/officeDocument/2006/relationships/slideLayout" Target="../slideLayouts/slideLayout31.xml"/><Relationship Id="rId11" Type="http://schemas.openxmlformats.org/officeDocument/2006/relationships/slideLayout" Target="../slideLayouts/slideLayout36.xml"/><Relationship Id="rId5" Type="http://schemas.openxmlformats.org/officeDocument/2006/relationships/slideLayout" Target="../slideLayouts/slideLayout30.xml"/><Relationship Id="rId15" Type="http://schemas.openxmlformats.org/officeDocument/2006/relationships/slideLayout" Target="../slideLayouts/slideLayout40.xml"/><Relationship Id="rId10" Type="http://schemas.openxmlformats.org/officeDocument/2006/relationships/slideLayout" Target="../slideLayouts/slideLayout35.xml"/><Relationship Id="rId19" Type="http://schemas.openxmlformats.org/officeDocument/2006/relationships/slideLayout" Target="../slideLayouts/slideLayout44.xml"/><Relationship Id="rId4" Type="http://schemas.openxmlformats.org/officeDocument/2006/relationships/slideLayout" Target="../slideLayouts/slideLayout29.xml"/><Relationship Id="rId9" Type="http://schemas.openxmlformats.org/officeDocument/2006/relationships/slideLayout" Target="../slideLayouts/slideLayout34.xml"/><Relationship Id="rId14" Type="http://schemas.openxmlformats.org/officeDocument/2006/relationships/slideLayout" Target="../slideLayouts/slideLayout39.xml"/><Relationship Id="rId22" Type="http://schemas.openxmlformats.org/officeDocument/2006/relationships/image" Target="../media/image4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0">
          <a:blip r:embed="rId16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762000" y="76200"/>
            <a:ext cx="7620000" cy="1066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单击此处编辑母版标题样式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304800" y="1219200"/>
            <a:ext cx="8610600" cy="5029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</a:p>
        </p:txBody>
      </p:sp>
      <p:sp>
        <p:nvSpPr>
          <p:cNvPr id="135172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304800" y="6356350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4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35173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36900" y="6330950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35174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705600" y="6318250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/>
            </a:lvl1pPr>
          </a:lstStyle>
          <a:p>
            <a:pPr>
              <a:defRPr/>
            </a:pPr>
            <a:fld id="{3450BCBE-EF0D-4989-922B-4627D4791B7A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878" r:id="rId1"/>
    <p:sldLayoutId id="2147484854" r:id="rId2"/>
    <p:sldLayoutId id="2147484855" r:id="rId3"/>
    <p:sldLayoutId id="2147484856" r:id="rId4"/>
    <p:sldLayoutId id="2147484857" r:id="rId5"/>
    <p:sldLayoutId id="2147484858" r:id="rId6"/>
    <p:sldLayoutId id="2147484859" r:id="rId7"/>
    <p:sldLayoutId id="2147484860" r:id="rId8"/>
    <p:sldLayoutId id="2147484861" r:id="rId9"/>
    <p:sldLayoutId id="2147484862" r:id="rId10"/>
    <p:sldLayoutId id="2147484863" r:id="rId11"/>
    <p:sldLayoutId id="2147484864" r:id="rId12"/>
    <p:sldLayoutId id="2147484879" r:id="rId13"/>
    <p:sldLayoutId id="2147484880" r:id="rId14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000" b="1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Arial" panose="020B0604020202020204" pitchFamily="34" charset="0"/>
          <a:ea typeface="黑体" panose="02010609060101010101" pitchFamily="49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Arial" panose="020B0604020202020204" pitchFamily="34" charset="0"/>
          <a:ea typeface="黑体" panose="02010609060101010101" pitchFamily="49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Arial" panose="020B0604020202020204" pitchFamily="34" charset="0"/>
          <a:ea typeface="黑体" panose="02010609060101010101" pitchFamily="49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Arial" panose="020B0604020202020204" pitchFamily="34" charset="0"/>
          <a:ea typeface="黑体" panose="02010609060101010101" pitchFamily="49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Arial" panose="020B0604020202020204" pitchFamily="34" charset="0"/>
          <a:ea typeface="黑体" panose="02010609060101010101" pitchFamily="49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Arial" panose="020B0604020202020204" pitchFamily="34" charset="0"/>
          <a:ea typeface="黑体" panose="02010609060101010101" pitchFamily="49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Arial" panose="020B0604020202020204" pitchFamily="34" charset="0"/>
          <a:ea typeface="黑体" panose="02010609060101010101" pitchFamily="49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Arial" panose="020B0604020202020204" pitchFamily="34" charset="0"/>
          <a:ea typeface="黑体" panose="02010609060101010101" pitchFamily="49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63" name="Text Box 7"/>
          <p:cNvSpPr txBox="1">
            <a:spLocks noChangeArrowheads="1"/>
          </p:cNvSpPr>
          <p:nvPr/>
        </p:nvSpPr>
        <p:spPr bwMode="auto">
          <a:xfrm>
            <a:off x="3813175" y="2144713"/>
            <a:ext cx="361950" cy="64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r>
              <a:rPr lang="en-US" altLang="zh-CN" sz="3600" smtClean="0">
                <a:latin typeface="Impact" panose="020B0806030902050204" pitchFamily="34" charset="0"/>
              </a:rPr>
              <a:t>P</a:t>
            </a:r>
          </a:p>
        </p:txBody>
      </p:sp>
      <p:sp>
        <p:nvSpPr>
          <p:cNvPr id="19464" name="Text Box 8"/>
          <p:cNvSpPr txBox="1">
            <a:spLocks noChangeArrowheads="1"/>
          </p:cNvSpPr>
          <p:nvPr/>
        </p:nvSpPr>
        <p:spPr bwMode="auto">
          <a:xfrm>
            <a:off x="4029075" y="2144713"/>
            <a:ext cx="361950" cy="64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r>
              <a:rPr lang="en-US" altLang="zh-CN" sz="3600" smtClean="0">
                <a:latin typeface="Impact" panose="020B0806030902050204" pitchFamily="34" charset="0"/>
              </a:rPr>
              <a:t>o</a:t>
            </a:r>
          </a:p>
        </p:txBody>
      </p:sp>
      <p:sp>
        <p:nvSpPr>
          <p:cNvPr id="19465" name="Text Box 9"/>
          <p:cNvSpPr txBox="1">
            <a:spLocks noChangeArrowheads="1"/>
          </p:cNvSpPr>
          <p:nvPr/>
        </p:nvSpPr>
        <p:spPr bwMode="auto">
          <a:xfrm>
            <a:off x="4256088" y="2144713"/>
            <a:ext cx="361950" cy="64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r>
              <a:rPr lang="en-US" altLang="zh-CN" sz="3600" smtClean="0">
                <a:latin typeface="Impact" panose="020B0806030902050204" pitchFamily="34" charset="0"/>
              </a:rPr>
              <a:t>w</a:t>
            </a:r>
          </a:p>
        </p:txBody>
      </p:sp>
      <p:sp>
        <p:nvSpPr>
          <p:cNvPr id="19466" name="Text Box 10"/>
          <p:cNvSpPr txBox="1">
            <a:spLocks noChangeArrowheads="1"/>
          </p:cNvSpPr>
          <p:nvPr/>
        </p:nvSpPr>
        <p:spPr bwMode="auto">
          <a:xfrm>
            <a:off x="4543425" y="2144713"/>
            <a:ext cx="361950" cy="64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r>
              <a:rPr lang="en-US" altLang="zh-CN" sz="3600" smtClean="0">
                <a:latin typeface="Impact" panose="020B0806030902050204" pitchFamily="34" charset="0"/>
              </a:rPr>
              <a:t>e</a:t>
            </a:r>
          </a:p>
        </p:txBody>
      </p:sp>
      <p:sp>
        <p:nvSpPr>
          <p:cNvPr id="19467" name="Text Box 11"/>
          <p:cNvSpPr txBox="1">
            <a:spLocks noChangeArrowheads="1"/>
          </p:cNvSpPr>
          <p:nvPr/>
        </p:nvSpPr>
        <p:spPr bwMode="auto">
          <a:xfrm>
            <a:off x="4757738" y="2144713"/>
            <a:ext cx="361950" cy="64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r>
              <a:rPr lang="en-US" altLang="zh-CN" sz="3600" smtClean="0">
                <a:latin typeface="Impact" panose="020B0806030902050204" pitchFamily="34" charset="0"/>
              </a:rPr>
              <a:t>r</a:t>
            </a:r>
          </a:p>
        </p:txBody>
      </p:sp>
      <p:sp>
        <p:nvSpPr>
          <p:cNvPr id="19468" name="Text Box 12"/>
          <p:cNvSpPr txBox="1">
            <a:spLocks noChangeArrowheads="1"/>
          </p:cNvSpPr>
          <p:nvPr/>
        </p:nvSpPr>
        <p:spPr bwMode="auto">
          <a:xfrm>
            <a:off x="5037138" y="2144713"/>
            <a:ext cx="361950" cy="64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r>
              <a:rPr lang="en-US" altLang="zh-CN" sz="3600" smtClean="0">
                <a:latin typeface="Impact" panose="020B0806030902050204" pitchFamily="34" charset="0"/>
              </a:rPr>
              <a:t>B</a:t>
            </a:r>
          </a:p>
        </p:txBody>
      </p:sp>
      <p:sp>
        <p:nvSpPr>
          <p:cNvPr id="19469" name="Text Box 13"/>
          <p:cNvSpPr txBox="1">
            <a:spLocks noChangeArrowheads="1"/>
          </p:cNvSpPr>
          <p:nvPr/>
        </p:nvSpPr>
        <p:spPr bwMode="auto">
          <a:xfrm>
            <a:off x="5264150" y="2144713"/>
            <a:ext cx="361950" cy="64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r>
              <a:rPr lang="en-US" altLang="zh-CN" sz="3600" smtClean="0">
                <a:latin typeface="Impact" panose="020B0806030902050204" pitchFamily="34" charset="0"/>
              </a:rPr>
              <a:t>a</a:t>
            </a:r>
          </a:p>
        </p:txBody>
      </p:sp>
      <p:sp>
        <p:nvSpPr>
          <p:cNvPr id="19470" name="Text Box 14"/>
          <p:cNvSpPr txBox="1">
            <a:spLocks noChangeArrowheads="1"/>
          </p:cNvSpPr>
          <p:nvPr/>
        </p:nvSpPr>
        <p:spPr bwMode="auto">
          <a:xfrm>
            <a:off x="5478463" y="2144713"/>
            <a:ext cx="361950" cy="64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r>
              <a:rPr lang="en-US" altLang="zh-CN" sz="3600" smtClean="0">
                <a:latin typeface="Impact" panose="020B0806030902050204" pitchFamily="34" charset="0"/>
              </a:rPr>
              <a:t>r</a:t>
            </a:r>
          </a:p>
        </p:txBody>
      </p:sp>
      <p:sp>
        <p:nvSpPr>
          <p:cNvPr id="19471" name="Text Box 15"/>
          <p:cNvSpPr txBox="1">
            <a:spLocks noChangeArrowheads="1"/>
          </p:cNvSpPr>
          <p:nvPr/>
        </p:nvSpPr>
        <p:spPr bwMode="auto">
          <a:xfrm>
            <a:off x="3808413" y="2627313"/>
            <a:ext cx="1758950" cy="276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r>
              <a:rPr lang="en-US" altLang="zh-CN" sz="1200" smtClean="0">
                <a:ea typeface="微软雅黑" panose="020B0503020204020204" pitchFamily="34" charset="-122"/>
              </a:rPr>
              <a:t> </a:t>
            </a:r>
            <a:r>
              <a:rPr lang="zh-CN" altLang="en-US" sz="1200" smtClean="0">
                <a:ea typeface="微软雅黑" panose="020B0503020204020204" pitchFamily="34" charset="-122"/>
              </a:rPr>
              <a:t>专业</a:t>
            </a:r>
            <a:r>
              <a:rPr lang="en-US" altLang="zh-CN" sz="1200" smtClean="0">
                <a:ea typeface="微软雅黑" panose="020B0503020204020204" pitchFamily="34" charset="-122"/>
              </a:rPr>
              <a:t>PPT</a:t>
            </a:r>
            <a:r>
              <a:rPr lang="zh-CN" altLang="en-US" sz="1200" smtClean="0">
                <a:ea typeface="微软雅黑" panose="020B0503020204020204" pitchFamily="34" charset="-122"/>
              </a:rPr>
              <a:t>设计交流论坛</a:t>
            </a:r>
          </a:p>
        </p:txBody>
      </p:sp>
      <p:pic>
        <p:nvPicPr>
          <p:cNvPr id="19472" name="Picture 16" descr="logo"/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16263" y="2133600"/>
            <a:ext cx="782637" cy="738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865" r:id="rId1"/>
    <p:sldLayoutId id="2147484866" r:id="rId2"/>
    <p:sldLayoutId id="2147484867" r:id="rId3"/>
    <p:sldLayoutId id="2147484868" r:id="rId4"/>
    <p:sldLayoutId id="2147484869" r:id="rId5"/>
    <p:sldLayoutId id="2147484870" r:id="rId6"/>
    <p:sldLayoutId id="2147484871" r:id="rId7"/>
    <p:sldLayoutId id="2147484872" r:id="rId8"/>
    <p:sldLayoutId id="2147484873" r:id="rId9"/>
    <p:sldLayoutId id="2147484874" r:id="rId10"/>
    <p:sldLayoutId id="2147484875" r:id="rId11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94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94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94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9463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946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9463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946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9463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946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9463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9463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21" presetID="26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94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94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94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9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9464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30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946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1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9464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32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946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3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9464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34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946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5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9464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36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9464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37" presetID="26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9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94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94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94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45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9465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46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946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7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9465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48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946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9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9465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50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946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1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9465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52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9465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53" presetID="26" presetClass="entr" presetSubtype="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5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6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94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94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94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61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9466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62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946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63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9466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64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946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65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9466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66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946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67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9466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68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9466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69" presetID="26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1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2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94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94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94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77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9467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78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946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79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9467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80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946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81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9467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82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946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83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9467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84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9467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85" presetID="26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94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94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94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9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9468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9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946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9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9468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9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946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9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9468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9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946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9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9468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10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9468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101" presetID="26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3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4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5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6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94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7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94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8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94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09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9469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10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9469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11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9469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12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9469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13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9469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14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9469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15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9469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116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9469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117" presetID="26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9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7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0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1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2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94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3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94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4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94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25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9470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26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947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27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9470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28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947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29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9470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30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947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31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9470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132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9470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133" presetID="23" presetClass="entr" presetSubtype="36" fill="hold" grpId="0" nodeType="withEffect">
                                  <p:stCondLst>
                                    <p:cond delay="1500"/>
                                  </p:stCondLst>
                                  <p:iterate type="lt">
                                    <p:tmPct val="116667"/>
                                  </p:iterate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5" dur="100" fill="hold"/>
                                        <p:tgtEl>
                                          <p:spTgt spid="1947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(6*min(max(#ppt_w*#ppt_h,.3),1)-7.4)/-.7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6" dur="100" fill="hold"/>
                                        <p:tgtEl>
                                          <p:spTgt spid="1947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(6*min(max(#ppt_w*#ppt_h,.3),1)-7.4)/-.7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7" dur="100" fill="hold"/>
                                        <p:tgtEl>
                                          <p:spTgt spid="194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8" dur="100" fill="hold"/>
                                        <p:tgtEl>
                                          <p:spTgt spid="194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(6*min(max(#ppt_w*#ppt_h,.3),1)-7.4)/-.7*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9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14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2" dur="500"/>
                                        <p:tgtEl>
                                          <p:spTgt spid="194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3" presetID="63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1243 -4.07407E-6 L -4.72222E-6 -4.07407E-6 " pathEditMode="relative" rAng="0" ptsTypes="AA">
                                      <p:cBhvr>
                                        <p:cTn id="144" dur="500" fill="hold"/>
                                        <p:tgtEl>
                                          <p:spTgt spid="1947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6215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463" grpId="0"/>
      <p:bldP spid="19464" grpId="0"/>
      <p:bldP spid="19465" grpId="0"/>
      <p:bldP spid="19466" grpId="0"/>
      <p:bldP spid="19467" grpId="0"/>
      <p:bldP spid="19468" grpId="0"/>
      <p:bldP spid="19469" grpId="0"/>
      <p:bldP spid="19470" grpId="0"/>
      <p:bldP spid="19471" grpId="0"/>
    </p:bldLst>
  </p:timing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Title Placeholder 1"/>
          <p:cNvSpPr>
            <a:spLocks noGrp="1"/>
          </p:cNvSpPr>
          <p:nvPr>
            <p:ph type="title"/>
          </p:nvPr>
        </p:nvSpPr>
        <p:spPr bwMode="auto">
          <a:xfrm>
            <a:off x="744538" y="2300288"/>
            <a:ext cx="7886700" cy="13255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en-US" altLang="zh-CN" smtClean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DABB0476-0836-4299-A4D5-FC16DEF34BB9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pic>
        <p:nvPicPr>
          <p:cNvPr id="3076" name="图片 6"/>
          <p:cNvPicPr>
            <a:picLocks noChangeAspect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25" y="-6350"/>
            <a:ext cx="9144000" cy="1131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876" r:id="rId1"/>
    <p:sldLayoutId id="2147484877" r:id="rId2"/>
    <p:sldLayoutId id="2147484881" r:id="rId3"/>
    <p:sldLayoutId id="2147484882" r:id="rId4"/>
    <p:sldLayoutId id="2147484883" r:id="rId5"/>
    <p:sldLayoutId id="2147484884" r:id="rId6"/>
    <p:sldLayoutId id="2147484885" r:id="rId7"/>
    <p:sldLayoutId id="2147484886" r:id="rId8"/>
    <p:sldLayoutId id="2147484887" r:id="rId9"/>
    <p:sldLayoutId id="2147484888" r:id="rId10"/>
    <p:sldLayoutId id="2147484889" r:id="rId11"/>
    <p:sldLayoutId id="2147484890" r:id="rId12"/>
    <p:sldLayoutId id="2147484891" r:id="rId13"/>
    <p:sldLayoutId id="2147484892" r:id="rId14"/>
    <p:sldLayoutId id="2147484893" r:id="rId15"/>
    <p:sldLayoutId id="2147484894" r:id="rId16"/>
    <p:sldLayoutId id="2147484895" r:id="rId17"/>
    <p:sldLayoutId id="2147484896" r:id="rId18"/>
    <p:sldLayoutId id="2147484897" r:id="rId19"/>
    <p:sldLayoutId id="2147484898" r:id="rId20"/>
  </p:sldLayoutIdLst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等线 Light" panose="02010600030101010101" pitchFamily="2" charset="-122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等线 Light" panose="02010600030101010101" pitchFamily="2" charset="-122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等线 Light" panose="02010600030101010101" pitchFamily="2" charset="-122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等线 Light" panose="02010600030101010101" pitchFamily="2" charset="-122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等线 Light" panose="02010600030101010101" pitchFamily="2" charset="-122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等线 Light" panose="02010600030101010101" pitchFamily="2" charset="-122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等线 Light" panose="02010600030101010101" pitchFamily="2" charset="-122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等线 Light" panose="02010600030101010101" pitchFamily="2" charset="-122"/>
        </a:defRPr>
      </a:lvl9pPr>
    </p:titleStyle>
    <p:bodyStyle>
      <a:lvl1pPr marL="228600" indent="-228600" algn="l" rtl="0" eaLnBrk="0" fontAlgn="base" hangingPunct="0">
        <a:lnSpc>
          <a:spcPct val="90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32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6.emf"/><Relationship Id="rId5" Type="http://schemas.openxmlformats.org/officeDocument/2006/relationships/oleObject" Target="../embeddings/oleObject2.bin"/><Relationship Id="rId4" Type="http://schemas.openxmlformats.org/officeDocument/2006/relationships/image" Target="../media/image5.emf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Layout" Target="../slideLayouts/slideLayout41.xml"/><Relationship Id="rId1" Type="http://schemas.openxmlformats.org/officeDocument/2006/relationships/vmlDrawing" Target="../drawings/vmlDrawing2.vml"/><Relationship Id="rId4" Type="http://schemas.openxmlformats.org/officeDocument/2006/relationships/image" Target="../media/image7.wmf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emf"/><Relationship Id="rId13" Type="http://schemas.openxmlformats.org/officeDocument/2006/relationships/oleObject" Target="../embeddings/oleObject9.bin"/><Relationship Id="rId3" Type="http://schemas.openxmlformats.org/officeDocument/2006/relationships/oleObject" Target="../embeddings/oleObject4.bin"/><Relationship Id="rId7" Type="http://schemas.openxmlformats.org/officeDocument/2006/relationships/oleObject" Target="../embeddings/oleObject6.bin"/><Relationship Id="rId12" Type="http://schemas.openxmlformats.org/officeDocument/2006/relationships/image" Target="../media/image12.emf"/><Relationship Id="rId2" Type="http://schemas.openxmlformats.org/officeDocument/2006/relationships/slideLayout" Target="../slideLayouts/slideLayout41.xml"/><Relationship Id="rId1" Type="http://schemas.openxmlformats.org/officeDocument/2006/relationships/vmlDrawing" Target="../drawings/vmlDrawing3.vml"/><Relationship Id="rId6" Type="http://schemas.openxmlformats.org/officeDocument/2006/relationships/image" Target="../media/image9.emf"/><Relationship Id="rId11" Type="http://schemas.openxmlformats.org/officeDocument/2006/relationships/oleObject" Target="../embeddings/oleObject8.bin"/><Relationship Id="rId5" Type="http://schemas.openxmlformats.org/officeDocument/2006/relationships/oleObject" Target="../embeddings/oleObject5.bin"/><Relationship Id="rId10" Type="http://schemas.openxmlformats.org/officeDocument/2006/relationships/image" Target="../media/image11.emf"/><Relationship Id="rId4" Type="http://schemas.openxmlformats.org/officeDocument/2006/relationships/image" Target="../media/image8.emf"/><Relationship Id="rId9" Type="http://schemas.openxmlformats.org/officeDocument/2006/relationships/oleObject" Target="../embeddings/oleObject7.bin"/><Relationship Id="rId14" Type="http://schemas.openxmlformats.org/officeDocument/2006/relationships/image" Target="../media/image13.emf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2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2.bin"/><Relationship Id="rId13" Type="http://schemas.openxmlformats.org/officeDocument/2006/relationships/image" Target="../media/image18.emf"/><Relationship Id="rId3" Type="http://schemas.openxmlformats.org/officeDocument/2006/relationships/notesSlide" Target="../notesSlides/notesSlide2.xml"/><Relationship Id="rId7" Type="http://schemas.openxmlformats.org/officeDocument/2006/relationships/image" Target="../media/image15.emf"/><Relationship Id="rId12" Type="http://schemas.openxmlformats.org/officeDocument/2006/relationships/oleObject" Target="../embeddings/oleObject14.bin"/><Relationship Id="rId2" Type="http://schemas.openxmlformats.org/officeDocument/2006/relationships/slideLayout" Target="../slideLayouts/slideLayout32.xml"/><Relationship Id="rId1" Type="http://schemas.openxmlformats.org/officeDocument/2006/relationships/vmlDrawing" Target="../drawings/vmlDrawing4.vml"/><Relationship Id="rId6" Type="http://schemas.openxmlformats.org/officeDocument/2006/relationships/oleObject" Target="../embeddings/oleObject11.bin"/><Relationship Id="rId11" Type="http://schemas.openxmlformats.org/officeDocument/2006/relationships/image" Target="../media/image17.emf"/><Relationship Id="rId5" Type="http://schemas.openxmlformats.org/officeDocument/2006/relationships/image" Target="../media/image14.emf"/><Relationship Id="rId15" Type="http://schemas.openxmlformats.org/officeDocument/2006/relationships/image" Target="../media/image19.emf"/><Relationship Id="rId10" Type="http://schemas.openxmlformats.org/officeDocument/2006/relationships/oleObject" Target="../embeddings/oleObject13.bin"/><Relationship Id="rId4" Type="http://schemas.openxmlformats.org/officeDocument/2006/relationships/oleObject" Target="../embeddings/oleObject10.bin"/><Relationship Id="rId9" Type="http://schemas.openxmlformats.org/officeDocument/2006/relationships/image" Target="../media/image16.emf"/><Relationship Id="rId14" Type="http://schemas.openxmlformats.org/officeDocument/2006/relationships/oleObject" Target="../embeddings/oleObject15.bin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emf"/><Relationship Id="rId3" Type="http://schemas.openxmlformats.org/officeDocument/2006/relationships/oleObject" Target="../embeddings/oleObject16.bin"/><Relationship Id="rId7" Type="http://schemas.openxmlformats.org/officeDocument/2006/relationships/oleObject" Target="../embeddings/oleObject18.bin"/><Relationship Id="rId2" Type="http://schemas.openxmlformats.org/officeDocument/2006/relationships/slideLayout" Target="../slideLayouts/slideLayout43.xml"/><Relationship Id="rId1" Type="http://schemas.openxmlformats.org/officeDocument/2006/relationships/vmlDrawing" Target="../drawings/vmlDrawing5.vml"/><Relationship Id="rId6" Type="http://schemas.openxmlformats.org/officeDocument/2006/relationships/image" Target="../media/image21.emf"/><Relationship Id="rId5" Type="http://schemas.openxmlformats.org/officeDocument/2006/relationships/oleObject" Target="../embeddings/oleObject17.bin"/><Relationship Id="rId10" Type="http://schemas.openxmlformats.org/officeDocument/2006/relationships/image" Target="../media/image23.emf"/><Relationship Id="rId4" Type="http://schemas.openxmlformats.org/officeDocument/2006/relationships/image" Target="../media/image20.emf"/><Relationship Id="rId9" Type="http://schemas.openxmlformats.org/officeDocument/2006/relationships/oleObject" Target="../embeddings/oleObject19.bin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emf"/><Relationship Id="rId3" Type="http://schemas.openxmlformats.org/officeDocument/2006/relationships/oleObject" Target="../embeddings/oleObject20.bin"/><Relationship Id="rId7" Type="http://schemas.openxmlformats.org/officeDocument/2006/relationships/oleObject" Target="../embeddings/oleObject22.bin"/><Relationship Id="rId12" Type="http://schemas.openxmlformats.org/officeDocument/2006/relationships/image" Target="../media/image28.emf"/><Relationship Id="rId2" Type="http://schemas.openxmlformats.org/officeDocument/2006/relationships/slideLayout" Target="../slideLayouts/slideLayout43.xml"/><Relationship Id="rId1" Type="http://schemas.openxmlformats.org/officeDocument/2006/relationships/vmlDrawing" Target="../drawings/vmlDrawing6.vml"/><Relationship Id="rId6" Type="http://schemas.openxmlformats.org/officeDocument/2006/relationships/image" Target="../media/image25.emf"/><Relationship Id="rId11" Type="http://schemas.openxmlformats.org/officeDocument/2006/relationships/oleObject" Target="../embeddings/oleObject24.bin"/><Relationship Id="rId5" Type="http://schemas.openxmlformats.org/officeDocument/2006/relationships/oleObject" Target="../embeddings/oleObject21.bin"/><Relationship Id="rId10" Type="http://schemas.openxmlformats.org/officeDocument/2006/relationships/image" Target="../media/image27.emf"/><Relationship Id="rId4" Type="http://schemas.openxmlformats.org/officeDocument/2006/relationships/image" Target="../media/image24.emf"/><Relationship Id="rId9" Type="http://schemas.openxmlformats.org/officeDocument/2006/relationships/oleObject" Target="../embeddings/oleObject23.bin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emf"/><Relationship Id="rId3" Type="http://schemas.openxmlformats.org/officeDocument/2006/relationships/oleObject" Target="../embeddings/oleObject25.bin"/><Relationship Id="rId7" Type="http://schemas.openxmlformats.org/officeDocument/2006/relationships/oleObject" Target="../embeddings/oleObject27.bin"/><Relationship Id="rId2" Type="http://schemas.openxmlformats.org/officeDocument/2006/relationships/slideLayout" Target="../slideLayouts/slideLayout32.xml"/><Relationship Id="rId1" Type="http://schemas.openxmlformats.org/officeDocument/2006/relationships/vmlDrawing" Target="../drawings/vmlDrawing7.vml"/><Relationship Id="rId6" Type="http://schemas.openxmlformats.org/officeDocument/2006/relationships/image" Target="../media/image30.emf"/><Relationship Id="rId5" Type="http://schemas.openxmlformats.org/officeDocument/2006/relationships/oleObject" Target="../embeddings/oleObject26.bin"/><Relationship Id="rId4" Type="http://schemas.openxmlformats.org/officeDocument/2006/relationships/image" Target="../media/image29.emf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wmf"/><Relationship Id="rId13" Type="http://schemas.openxmlformats.org/officeDocument/2006/relationships/oleObject" Target="../embeddings/oleObject33.bin"/><Relationship Id="rId3" Type="http://schemas.openxmlformats.org/officeDocument/2006/relationships/oleObject" Target="../embeddings/oleObject28.bin"/><Relationship Id="rId7" Type="http://schemas.openxmlformats.org/officeDocument/2006/relationships/oleObject" Target="../embeddings/oleObject30.bin"/><Relationship Id="rId12" Type="http://schemas.openxmlformats.org/officeDocument/2006/relationships/image" Target="../media/image36.wmf"/><Relationship Id="rId2" Type="http://schemas.openxmlformats.org/officeDocument/2006/relationships/slideLayout" Target="../slideLayouts/slideLayout32.xml"/><Relationship Id="rId1" Type="http://schemas.openxmlformats.org/officeDocument/2006/relationships/vmlDrawing" Target="../drawings/vmlDrawing8.vml"/><Relationship Id="rId6" Type="http://schemas.openxmlformats.org/officeDocument/2006/relationships/image" Target="../media/image33.wmf"/><Relationship Id="rId11" Type="http://schemas.openxmlformats.org/officeDocument/2006/relationships/oleObject" Target="../embeddings/oleObject32.bin"/><Relationship Id="rId5" Type="http://schemas.openxmlformats.org/officeDocument/2006/relationships/oleObject" Target="../embeddings/oleObject29.bin"/><Relationship Id="rId10" Type="http://schemas.openxmlformats.org/officeDocument/2006/relationships/image" Target="../media/image35.wmf"/><Relationship Id="rId4" Type="http://schemas.openxmlformats.org/officeDocument/2006/relationships/image" Target="../media/image32.wmf"/><Relationship Id="rId9" Type="http://schemas.openxmlformats.org/officeDocument/2006/relationships/oleObject" Target="../embeddings/oleObject31.bin"/><Relationship Id="rId14" Type="http://schemas.openxmlformats.org/officeDocument/2006/relationships/image" Target="../media/image37.emf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6.bin"/><Relationship Id="rId13" Type="http://schemas.openxmlformats.org/officeDocument/2006/relationships/image" Target="../media/image38.emf"/><Relationship Id="rId3" Type="http://schemas.openxmlformats.org/officeDocument/2006/relationships/notesSlide" Target="../notesSlides/notesSlide3.xml"/><Relationship Id="rId7" Type="http://schemas.openxmlformats.org/officeDocument/2006/relationships/image" Target="../media/image15.emf"/><Relationship Id="rId12" Type="http://schemas.openxmlformats.org/officeDocument/2006/relationships/oleObject" Target="../embeddings/oleObject38.bin"/><Relationship Id="rId2" Type="http://schemas.openxmlformats.org/officeDocument/2006/relationships/slideLayout" Target="../slideLayouts/slideLayout32.xml"/><Relationship Id="rId1" Type="http://schemas.openxmlformats.org/officeDocument/2006/relationships/vmlDrawing" Target="../drawings/vmlDrawing9.vml"/><Relationship Id="rId6" Type="http://schemas.openxmlformats.org/officeDocument/2006/relationships/oleObject" Target="../embeddings/oleObject35.bin"/><Relationship Id="rId11" Type="http://schemas.openxmlformats.org/officeDocument/2006/relationships/image" Target="../media/image17.emf"/><Relationship Id="rId5" Type="http://schemas.openxmlformats.org/officeDocument/2006/relationships/image" Target="../media/image14.emf"/><Relationship Id="rId10" Type="http://schemas.openxmlformats.org/officeDocument/2006/relationships/oleObject" Target="../embeddings/oleObject37.bin"/><Relationship Id="rId4" Type="http://schemas.openxmlformats.org/officeDocument/2006/relationships/oleObject" Target="../embeddings/oleObject34.bin"/><Relationship Id="rId9" Type="http://schemas.openxmlformats.org/officeDocument/2006/relationships/image" Target="../media/image16.emf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2.xml"/><Relationship Id="rId4" Type="http://schemas.openxmlformats.org/officeDocument/2006/relationships/image" Target="../media/image40.jpe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9.bin"/><Relationship Id="rId2" Type="http://schemas.openxmlformats.org/officeDocument/2006/relationships/slideLayout" Target="../slideLayouts/slideLayout42.xml"/><Relationship Id="rId1" Type="http://schemas.openxmlformats.org/officeDocument/2006/relationships/vmlDrawing" Target="../drawings/vmlDrawing10.vml"/><Relationship Id="rId6" Type="http://schemas.openxmlformats.org/officeDocument/2006/relationships/image" Target="../media/image42.wmf"/><Relationship Id="rId5" Type="http://schemas.openxmlformats.org/officeDocument/2006/relationships/oleObject" Target="../embeddings/oleObject40.bin"/><Relationship Id="rId4" Type="http://schemas.openxmlformats.org/officeDocument/2006/relationships/image" Target="../media/image41.wmf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5.emf"/><Relationship Id="rId13" Type="http://schemas.openxmlformats.org/officeDocument/2006/relationships/oleObject" Target="../embeddings/oleObject46.bin"/><Relationship Id="rId18" Type="http://schemas.openxmlformats.org/officeDocument/2006/relationships/image" Target="../media/image50.emf"/><Relationship Id="rId3" Type="http://schemas.openxmlformats.org/officeDocument/2006/relationships/oleObject" Target="../embeddings/oleObject41.bin"/><Relationship Id="rId7" Type="http://schemas.openxmlformats.org/officeDocument/2006/relationships/oleObject" Target="../embeddings/oleObject43.bin"/><Relationship Id="rId12" Type="http://schemas.openxmlformats.org/officeDocument/2006/relationships/image" Target="../media/image47.emf"/><Relationship Id="rId17" Type="http://schemas.openxmlformats.org/officeDocument/2006/relationships/oleObject" Target="../embeddings/oleObject48.bin"/><Relationship Id="rId2" Type="http://schemas.openxmlformats.org/officeDocument/2006/relationships/slideLayout" Target="../slideLayouts/slideLayout32.xml"/><Relationship Id="rId16" Type="http://schemas.openxmlformats.org/officeDocument/2006/relationships/image" Target="../media/image49.emf"/><Relationship Id="rId1" Type="http://schemas.openxmlformats.org/officeDocument/2006/relationships/vmlDrawing" Target="../drawings/vmlDrawing11.vml"/><Relationship Id="rId6" Type="http://schemas.openxmlformats.org/officeDocument/2006/relationships/image" Target="../media/image44.emf"/><Relationship Id="rId11" Type="http://schemas.openxmlformats.org/officeDocument/2006/relationships/oleObject" Target="../embeddings/oleObject45.bin"/><Relationship Id="rId5" Type="http://schemas.openxmlformats.org/officeDocument/2006/relationships/oleObject" Target="../embeddings/oleObject42.bin"/><Relationship Id="rId15" Type="http://schemas.openxmlformats.org/officeDocument/2006/relationships/oleObject" Target="../embeddings/oleObject47.bin"/><Relationship Id="rId10" Type="http://schemas.openxmlformats.org/officeDocument/2006/relationships/image" Target="../media/image46.emf"/><Relationship Id="rId4" Type="http://schemas.openxmlformats.org/officeDocument/2006/relationships/image" Target="../media/image43.emf"/><Relationship Id="rId9" Type="http://schemas.openxmlformats.org/officeDocument/2006/relationships/oleObject" Target="../embeddings/oleObject44.bin"/><Relationship Id="rId14" Type="http://schemas.openxmlformats.org/officeDocument/2006/relationships/image" Target="../media/image48.emf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53.emf"/><Relationship Id="rId13" Type="http://schemas.openxmlformats.org/officeDocument/2006/relationships/oleObject" Target="../embeddings/oleObject54.bin"/><Relationship Id="rId18" Type="http://schemas.openxmlformats.org/officeDocument/2006/relationships/image" Target="../media/image58.emf"/><Relationship Id="rId3" Type="http://schemas.openxmlformats.org/officeDocument/2006/relationships/oleObject" Target="../embeddings/oleObject49.bin"/><Relationship Id="rId7" Type="http://schemas.openxmlformats.org/officeDocument/2006/relationships/oleObject" Target="../embeddings/oleObject51.bin"/><Relationship Id="rId12" Type="http://schemas.openxmlformats.org/officeDocument/2006/relationships/image" Target="../media/image55.emf"/><Relationship Id="rId17" Type="http://schemas.openxmlformats.org/officeDocument/2006/relationships/oleObject" Target="../embeddings/oleObject56.bin"/><Relationship Id="rId2" Type="http://schemas.openxmlformats.org/officeDocument/2006/relationships/slideLayout" Target="../slideLayouts/slideLayout44.xml"/><Relationship Id="rId16" Type="http://schemas.openxmlformats.org/officeDocument/2006/relationships/image" Target="../media/image57.emf"/><Relationship Id="rId20" Type="http://schemas.openxmlformats.org/officeDocument/2006/relationships/image" Target="../media/image59.emf"/><Relationship Id="rId1" Type="http://schemas.openxmlformats.org/officeDocument/2006/relationships/vmlDrawing" Target="../drawings/vmlDrawing12.vml"/><Relationship Id="rId6" Type="http://schemas.openxmlformats.org/officeDocument/2006/relationships/image" Target="../media/image52.emf"/><Relationship Id="rId11" Type="http://schemas.openxmlformats.org/officeDocument/2006/relationships/oleObject" Target="../embeddings/oleObject53.bin"/><Relationship Id="rId5" Type="http://schemas.openxmlformats.org/officeDocument/2006/relationships/oleObject" Target="../embeddings/oleObject50.bin"/><Relationship Id="rId15" Type="http://schemas.openxmlformats.org/officeDocument/2006/relationships/oleObject" Target="../embeddings/oleObject55.bin"/><Relationship Id="rId10" Type="http://schemas.openxmlformats.org/officeDocument/2006/relationships/image" Target="../media/image54.emf"/><Relationship Id="rId19" Type="http://schemas.openxmlformats.org/officeDocument/2006/relationships/oleObject" Target="../embeddings/oleObject57.bin"/><Relationship Id="rId4" Type="http://schemas.openxmlformats.org/officeDocument/2006/relationships/image" Target="../media/image51.emf"/><Relationship Id="rId9" Type="http://schemas.openxmlformats.org/officeDocument/2006/relationships/oleObject" Target="../embeddings/oleObject52.bin"/><Relationship Id="rId14" Type="http://schemas.openxmlformats.org/officeDocument/2006/relationships/image" Target="../media/image56.emf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62.wmf"/><Relationship Id="rId13" Type="http://schemas.openxmlformats.org/officeDocument/2006/relationships/oleObject" Target="../embeddings/oleObject63.bin"/><Relationship Id="rId18" Type="http://schemas.openxmlformats.org/officeDocument/2006/relationships/image" Target="../media/image67.wmf"/><Relationship Id="rId3" Type="http://schemas.openxmlformats.org/officeDocument/2006/relationships/oleObject" Target="../embeddings/oleObject58.bin"/><Relationship Id="rId7" Type="http://schemas.openxmlformats.org/officeDocument/2006/relationships/oleObject" Target="../embeddings/oleObject60.bin"/><Relationship Id="rId12" Type="http://schemas.openxmlformats.org/officeDocument/2006/relationships/image" Target="../media/image64.wmf"/><Relationship Id="rId17" Type="http://schemas.openxmlformats.org/officeDocument/2006/relationships/oleObject" Target="../embeddings/oleObject65.bin"/><Relationship Id="rId2" Type="http://schemas.openxmlformats.org/officeDocument/2006/relationships/slideLayout" Target="../slideLayouts/slideLayout32.xml"/><Relationship Id="rId16" Type="http://schemas.openxmlformats.org/officeDocument/2006/relationships/image" Target="../media/image66.wmf"/><Relationship Id="rId1" Type="http://schemas.openxmlformats.org/officeDocument/2006/relationships/vmlDrawing" Target="../drawings/vmlDrawing13.vml"/><Relationship Id="rId6" Type="http://schemas.openxmlformats.org/officeDocument/2006/relationships/image" Target="../media/image61.wmf"/><Relationship Id="rId11" Type="http://schemas.openxmlformats.org/officeDocument/2006/relationships/oleObject" Target="../embeddings/oleObject62.bin"/><Relationship Id="rId5" Type="http://schemas.openxmlformats.org/officeDocument/2006/relationships/oleObject" Target="../embeddings/oleObject59.bin"/><Relationship Id="rId15" Type="http://schemas.openxmlformats.org/officeDocument/2006/relationships/oleObject" Target="../embeddings/oleObject64.bin"/><Relationship Id="rId10" Type="http://schemas.openxmlformats.org/officeDocument/2006/relationships/image" Target="../media/image63.wmf"/><Relationship Id="rId4" Type="http://schemas.openxmlformats.org/officeDocument/2006/relationships/image" Target="../media/image60.wmf"/><Relationship Id="rId9" Type="http://schemas.openxmlformats.org/officeDocument/2006/relationships/oleObject" Target="../embeddings/oleObject61.bin"/><Relationship Id="rId14" Type="http://schemas.openxmlformats.org/officeDocument/2006/relationships/image" Target="../media/image65.wmf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70.wmf"/><Relationship Id="rId3" Type="http://schemas.openxmlformats.org/officeDocument/2006/relationships/oleObject" Target="../embeddings/oleObject66.bin"/><Relationship Id="rId7" Type="http://schemas.openxmlformats.org/officeDocument/2006/relationships/oleObject" Target="../embeddings/oleObject68.bin"/><Relationship Id="rId12" Type="http://schemas.openxmlformats.org/officeDocument/2006/relationships/image" Target="../media/image72.wmf"/><Relationship Id="rId2" Type="http://schemas.openxmlformats.org/officeDocument/2006/relationships/slideLayout" Target="../slideLayouts/slideLayout32.xml"/><Relationship Id="rId1" Type="http://schemas.openxmlformats.org/officeDocument/2006/relationships/vmlDrawing" Target="../drawings/vmlDrawing14.vml"/><Relationship Id="rId6" Type="http://schemas.openxmlformats.org/officeDocument/2006/relationships/image" Target="../media/image69.wmf"/><Relationship Id="rId11" Type="http://schemas.openxmlformats.org/officeDocument/2006/relationships/oleObject" Target="../embeddings/oleObject70.bin"/><Relationship Id="rId5" Type="http://schemas.openxmlformats.org/officeDocument/2006/relationships/oleObject" Target="../embeddings/oleObject67.bin"/><Relationship Id="rId10" Type="http://schemas.openxmlformats.org/officeDocument/2006/relationships/image" Target="../media/image71.wmf"/><Relationship Id="rId4" Type="http://schemas.openxmlformats.org/officeDocument/2006/relationships/image" Target="../media/image68.wmf"/><Relationship Id="rId9" Type="http://schemas.openxmlformats.org/officeDocument/2006/relationships/oleObject" Target="../embeddings/oleObject69.bin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75.emf"/><Relationship Id="rId13" Type="http://schemas.openxmlformats.org/officeDocument/2006/relationships/oleObject" Target="../embeddings/oleObject76.bin"/><Relationship Id="rId3" Type="http://schemas.openxmlformats.org/officeDocument/2006/relationships/oleObject" Target="../embeddings/oleObject71.bin"/><Relationship Id="rId7" Type="http://schemas.openxmlformats.org/officeDocument/2006/relationships/oleObject" Target="../embeddings/oleObject73.bin"/><Relationship Id="rId12" Type="http://schemas.openxmlformats.org/officeDocument/2006/relationships/image" Target="../media/image77.emf"/><Relationship Id="rId2" Type="http://schemas.openxmlformats.org/officeDocument/2006/relationships/slideLayout" Target="../slideLayouts/slideLayout41.xml"/><Relationship Id="rId1" Type="http://schemas.openxmlformats.org/officeDocument/2006/relationships/vmlDrawing" Target="../drawings/vmlDrawing15.vml"/><Relationship Id="rId6" Type="http://schemas.openxmlformats.org/officeDocument/2006/relationships/image" Target="../media/image74.emf"/><Relationship Id="rId11" Type="http://schemas.openxmlformats.org/officeDocument/2006/relationships/oleObject" Target="../embeddings/oleObject75.bin"/><Relationship Id="rId5" Type="http://schemas.openxmlformats.org/officeDocument/2006/relationships/oleObject" Target="../embeddings/oleObject72.bin"/><Relationship Id="rId10" Type="http://schemas.openxmlformats.org/officeDocument/2006/relationships/image" Target="../media/image76.emf"/><Relationship Id="rId4" Type="http://schemas.openxmlformats.org/officeDocument/2006/relationships/image" Target="../media/image73.emf"/><Relationship Id="rId9" Type="http://schemas.openxmlformats.org/officeDocument/2006/relationships/oleObject" Target="../embeddings/oleObject74.bin"/><Relationship Id="rId14" Type="http://schemas.openxmlformats.org/officeDocument/2006/relationships/image" Target="../media/image78.emf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79.bin"/><Relationship Id="rId13" Type="http://schemas.openxmlformats.org/officeDocument/2006/relationships/image" Target="../media/image83.emf"/><Relationship Id="rId3" Type="http://schemas.openxmlformats.org/officeDocument/2006/relationships/notesSlide" Target="../notesSlides/notesSlide5.xml"/><Relationship Id="rId7" Type="http://schemas.openxmlformats.org/officeDocument/2006/relationships/image" Target="../media/image80.emf"/><Relationship Id="rId12" Type="http://schemas.openxmlformats.org/officeDocument/2006/relationships/oleObject" Target="../embeddings/oleObject81.bin"/><Relationship Id="rId2" Type="http://schemas.openxmlformats.org/officeDocument/2006/relationships/slideLayout" Target="../slideLayouts/slideLayout32.xml"/><Relationship Id="rId1" Type="http://schemas.openxmlformats.org/officeDocument/2006/relationships/vmlDrawing" Target="../drawings/vmlDrawing16.vml"/><Relationship Id="rId6" Type="http://schemas.openxmlformats.org/officeDocument/2006/relationships/oleObject" Target="../embeddings/oleObject78.bin"/><Relationship Id="rId11" Type="http://schemas.openxmlformats.org/officeDocument/2006/relationships/image" Target="../media/image82.emf"/><Relationship Id="rId5" Type="http://schemas.openxmlformats.org/officeDocument/2006/relationships/image" Target="../media/image79.emf"/><Relationship Id="rId15" Type="http://schemas.openxmlformats.org/officeDocument/2006/relationships/image" Target="../media/image84.emf"/><Relationship Id="rId10" Type="http://schemas.openxmlformats.org/officeDocument/2006/relationships/oleObject" Target="../embeddings/oleObject80.bin"/><Relationship Id="rId4" Type="http://schemas.openxmlformats.org/officeDocument/2006/relationships/oleObject" Target="../embeddings/oleObject77.bin"/><Relationship Id="rId9" Type="http://schemas.openxmlformats.org/officeDocument/2006/relationships/image" Target="../media/image81.emf"/><Relationship Id="rId14" Type="http://schemas.openxmlformats.org/officeDocument/2006/relationships/oleObject" Target="../embeddings/oleObject82.bin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7.emf"/><Relationship Id="rId3" Type="http://schemas.openxmlformats.org/officeDocument/2006/relationships/oleObject" Target="../embeddings/oleObject83.bin"/><Relationship Id="rId7" Type="http://schemas.openxmlformats.org/officeDocument/2006/relationships/oleObject" Target="../embeddings/oleObject85.bin"/><Relationship Id="rId2" Type="http://schemas.openxmlformats.org/officeDocument/2006/relationships/slideLayout" Target="../slideLayouts/slideLayout32.xml"/><Relationship Id="rId1" Type="http://schemas.openxmlformats.org/officeDocument/2006/relationships/vmlDrawing" Target="../drawings/vmlDrawing17.vml"/><Relationship Id="rId6" Type="http://schemas.openxmlformats.org/officeDocument/2006/relationships/image" Target="../media/image86.emf"/><Relationship Id="rId5" Type="http://schemas.openxmlformats.org/officeDocument/2006/relationships/oleObject" Target="../embeddings/oleObject84.bin"/><Relationship Id="rId10" Type="http://schemas.openxmlformats.org/officeDocument/2006/relationships/image" Target="../media/image88.wmf"/><Relationship Id="rId4" Type="http://schemas.openxmlformats.org/officeDocument/2006/relationships/image" Target="../media/image85.emf"/><Relationship Id="rId9" Type="http://schemas.openxmlformats.org/officeDocument/2006/relationships/oleObject" Target="../embeddings/oleObject86.bin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1.emf"/><Relationship Id="rId13" Type="http://schemas.openxmlformats.org/officeDocument/2006/relationships/oleObject" Target="../embeddings/oleObject92.bin"/><Relationship Id="rId3" Type="http://schemas.openxmlformats.org/officeDocument/2006/relationships/oleObject" Target="../embeddings/oleObject87.bin"/><Relationship Id="rId7" Type="http://schemas.openxmlformats.org/officeDocument/2006/relationships/oleObject" Target="../embeddings/oleObject89.bin"/><Relationship Id="rId12" Type="http://schemas.openxmlformats.org/officeDocument/2006/relationships/image" Target="../media/image93.wmf"/><Relationship Id="rId2" Type="http://schemas.openxmlformats.org/officeDocument/2006/relationships/slideLayout" Target="../slideLayouts/slideLayout32.xml"/><Relationship Id="rId1" Type="http://schemas.openxmlformats.org/officeDocument/2006/relationships/vmlDrawing" Target="../drawings/vmlDrawing18.vml"/><Relationship Id="rId6" Type="http://schemas.openxmlformats.org/officeDocument/2006/relationships/image" Target="../media/image90.emf"/><Relationship Id="rId11" Type="http://schemas.openxmlformats.org/officeDocument/2006/relationships/oleObject" Target="../embeddings/oleObject91.bin"/><Relationship Id="rId5" Type="http://schemas.openxmlformats.org/officeDocument/2006/relationships/oleObject" Target="../embeddings/oleObject88.bin"/><Relationship Id="rId10" Type="http://schemas.openxmlformats.org/officeDocument/2006/relationships/image" Target="../media/image92.emf"/><Relationship Id="rId4" Type="http://schemas.openxmlformats.org/officeDocument/2006/relationships/image" Target="../media/image89.emf"/><Relationship Id="rId9" Type="http://schemas.openxmlformats.org/officeDocument/2006/relationships/oleObject" Target="../embeddings/oleObject90.bin"/><Relationship Id="rId14" Type="http://schemas.openxmlformats.org/officeDocument/2006/relationships/image" Target="../media/image94.emf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97.emf"/><Relationship Id="rId3" Type="http://schemas.openxmlformats.org/officeDocument/2006/relationships/oleObject" Target="../embeddings/oleObject93.bin"/><Relationship Id="rId7" Type="http://schemas.openxmlformats.org/officeDocument/2006/relationships/oleObject" Target="../embeddings/oleObject95.bin"/><Relationship Id="rId2" Type="http://schemas.openxmlformats.org/officeDocument/2006/relationships/slideLayout" Target="../slideLayouts/slideLayout32.xml"/><Relationship Id="rId1" Type="http://schemas.openxmlformats.org/officeDocument/2006/relationships/vmlDrawing" Target="../drawings/vmlDrawing19.vml"/><Relationship Id="rId6" Type="http://schemas.openxmlformats.org/officeDocument/2006/relationships/image" Target="../media/image96.emf"/><Relationship Id="rId5" Type="http://schemas.openxmlformats.org/officeDocument/2006/relationships/oleObject" Target="../embeddings/oleObject94.bin"/><Relationship Id="rId10" Type="http://schemas.openxmlformats.org/officeDocument/2006/relationships/image" Target="../media/image98.emf"/><Relationship Id="rId4" Type="http://schemas.openxmlformats.org/officeDocument/2006/relationships/image" Target="../media/image95.emf"/><Relationship Id="rId9" Type="http://schemas.openxmlformats.org/officeDocument/2006/relationships/oleObject" Target="../embeddings/oleObject96.bin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1.emf"/><Relationship Id="rId3" Type="http://schemas.openxmlformats.org/officeDocument/2006/relationships/oleObject" Target="../embeddings/oleObject97.bin"/><Relationship Id="rId7" Type="http://schemas.openxmlformats.org/officeDocument/2006/relationships/oleObject" Target="../embeddings/oleObject99.bin"/><Relationship Id="rId2" Type="http://schemas.openxmlformats.org/officeDocument/2006/relationships/slideLayout" Target="../slideLayouts/slideLayout32.xml"/><Relationship Id="rId1" Type="http://schemas.openxmlformats.org/officeDocument/2006/relationships/vmlDrawing" Target="../drawings/vmlDrawing20.vml"/><Relationship Id="rId6" Type="http://schemas.openxmlformats.org/officeDocument/2006/relationships/image" Target="../media/image100.emf"/><Relationship Id="rId5" Type="http://schemas.openxmlformats.org/officeDocument/2006/relationships/oleObject" Target="../embeddings/oleObject98.bin"/><Relationship Id="rId10" Type="http://schemas.openxmlformats.org/officeDocument/2006/relationships/image" Target="../media/image102.emf"/><Relationship Id="rId4" Type="http://schemas.openxmlformats.org/officeDocument/2006/relationships/image" Target="../media/image99.emf"/><Relationship Id="rId9" Type="http://schemas.openxmlformats.org/officeDocument/2006/relationships/oleObject" Target="../embeddings/oleObject100.bin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5.emf"/><Relationship Id="rId3" Type="http://schemas.openxmlformats.org/officeDocument/2006/relationships/oleObject" Target="../embeddings/oleObject101.bin"/><Relationship Id="rId7" Type="http://schemas.openxmlformats.org/officeDocument/2006/relationships/oleObject" Target="../embeddings/oleObject103.bin"/><Relationship Id="rId2" Type="http://schemas.openxmlformats.org/officeDocument/2006/relationships/slideLayout" Target="../slideLayouts/slideLayout32.xml"/><Relationship Id="rId1" Type="http://schemas.openxmlformats.org/officeDocument/2006/relationships/vmlDrawing" Target="../drawings/vmlDrawing21.vml"/><Relationship Id="rId6" Type="http://schemas.openxmlformats.org/officeDocument/2006/relationships/image" Target="../media/image104.emf"/><Relationship Id="rId5" Type="http://schemas.openxmlformats.org/officeDocument/2006/relationships/oleObject" Target="../embeddings/oleObject102.bin"/><Relationship Id="rId4" Type="http://schemas.openxmlformats.org/officeDocument/2006/relationships/image" Target="../media/image103.emf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8.emf"/><Relationship Id="rId3" Type="http://schemas.openxmlformats.org/officeDocument/2006/relationships/oleObject" Target="../embeddings/oleObject104.bin"/><Relationship Id="rId7" Type="http://schemas.openxmlformats.org/officeDocument/2006/relationships/oleObject" Target="../embeddings/oleObject106.bin"/><Relationship Id="rId12" Type="http://schemas.openxmlformats.org/officeDocument/2006/relationships/image" Target="../media/image110.emf"/><Relationship Id="rId2" Type="http://schemas.openxmlformats.org/officeDocument/2006/relationships/slideLayout" Target="../slideLayouts/slideLayout32.xml"/><Relationship Id="rId1" Type="http://schemas.openxmlformats.org/officeDocument/2006/relationships/vmlDrawing" Target="../drawings/vmlDrawing22.vml"/><Relationship Id="rId6" Type="http://schemas.openxmlformats.org/officeDocument/2006/relationships/image" Target="../media/image107.emf"/><Relationship Id="rId11" Type="http://schemas.openxmlformats.org/officeDocument/2006/relationships/oleObject" Target="../embeddings/oleObject108.bin"/><Relationship Id="rId5" Type="http://schemas.openxmlformats.org/officeDocument/2006/relationships/oleObject" Target="../embeddings/oleObject105.bin"/><Relationship Id="rId10" Type="http://schemas.openxmlformats.org/officeDocument/2006/relationships/image" Target="../media/image109.emf"/><Relationship Id="rId4" Type="http://schemas.openxmlformats.org/officeDocument/2006/relationships/image" Target="../media/image106.emf"/><Relationship Id="rId9" Type="http://schemas.openxmlformats.org/officeDocument/2006/relationships/oleObject" Target="../embeddings/oleObject107.bin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1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2.jpeg"/><Relationship Id="rId1" Type="http://schemas.openxmlformats.org/officeDocument/2006/relationships/slideLayout" Target="../slideLayouts/slideLayout32.xml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09.bin"/><Relationship Id="rId3" Type="http://schemas.openxmlformats.org/officeDocument/2006/relationships/image" Target="../media/image114.jpeg"/><Relationship Id="rId7" Type="http://schemas.openxmlformats.org/officeDocument/2006/relationships/image" Target="../media/image118.jpeg"/><Relationship Id="rId2" Type="http://schemas.openxmlformats.org/officeDocument/2006/relationships/slideLayout" Target="../slideLayouts/slideLayout32.xml"/><Relationship Id="rId1" Type="http://schemas.openxmlformats.org/officeDocument/2006/relationships/vmlDrawing" Target="../drawings/vmlDrawing23.vml"/><Relationship Id="rId6" Type="http://schemas.openxmlformats.org/officeDocument/2006/relationships/image" Target="../media/image117.jpeg"/><Relationship Id="rId5" Type="http://schemas.openxmlformats.org/officeDocument/2006/relationships/image" Target="../media/image116.jpeg"/><Relationship Id="rId4" Type="http://schemas.openxmlformats.org/officeDocument/2006/relationships/image" Target="../media/image115.jpeg"/><Relationship Id="rId9" Type="http://schemas.openxmlformats.org/officeDocument/2006/relationships/image" Target="../media/image113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0.jpeg"/><Relationship Id="rId2" Type="http://schemas.openxmlformats.org/officeDocument/2006/relationships/slideLayout" Target="../slideLayouts/slideLayout32.xml"/><Relationship Id="rId1" Type="http://schemas.openxmlformats.org/officeDocument/2006/relationships/vmlDrawing" Target="../drawings/vmlDrawing24.vml"/><Relationship Id="rId5" Type="http://schemas.openxmlformats.org/officeDocument/2006/relationships/image" Target="../media/image119.png"/><Relationship Id="rId4" Type="http://schemas.openxmlformats.org/officeDocument/2006/relationships/oleObject" Target="../embeddings/oleObject110.bin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11.bin"/><Relationship Id="rId2" Type="http://schemas.openxmlformats.org/officeDocument/2006/relationships/slideLayout" Target="../slideLayouts/slideLayout32.xml"/><Relationship Id="rId1" Type="http://schemas.openxmlformats.org/officeDocument/2006/relationships/vmlDrawing" Target="../drawings/vmlDrawing25.vml"/><Relationship Id="rId4" Type="http://schemas.openxmlformats.org/officeDocument/2006/relationships/image" Target="../media/image121.emf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32.xml"/><Relationship Id="rId1" Type="http://schemas.openxmlformats.org/officeDocument/2006/relationships/vmlDrawing" Target="../drawings/vmlDrawing26.vml"/><Relationship Id="rId5" Type="http://schemas.openxmlformats.org/officeDocument/2006/relationships/image" Target="../media/image122.wmf"/><Relationship Id="rId4" Type="http://schemas.openxmlformats.org/officeDocument/2006/relationships/oleObject" Target="../embeddings/oleObject112.bin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5.wmf"/><Relationship Id="rId3" Type="http://schemas.openxmlformats.org/officeDocument/2006/relationships/oleObject" Target="../embeddings/oleObject113.bin"/><Relationship Id="rId7" Type="http://schemas.openxmlformats.org/officeDocument/2006/relationships/oleObject" Target="../embeddings/oleObject115.bin"/><Relationship Id="rId2" Type="http://schemas.openxmlformats.org/officeDocument/2006/relationships/slideLayout" Target="../slideLayouts/slideLayout32.xml"/><Relationship Id="rId1" Type="http://schemas.openxmlformats.org/officeDocument/2006/relationships/vmlDrawing" Target="../drawings/vmlDrawing27.vml"/><Relationship Id="rId6" Type="http://schemas.openxmlformats.org/officeDocument/2006/relationships/image" Target="../media/image124.wmf"/><Relationship Id="rId5" Type="http://schemas.openxmlformats.org/officeDocument/2006/relationships/oleObject" Target="../embeddings/oleObject114.bin"/><Relationship Id="rId10" Type="http://schemas.openxmlformats.org/officeDocument/2006/relationships/image" Target="../media/image126.emf"/><Relationship Id="rId4" Type="http://schemas.openxmlformats.org/officeDocument/2006/relationships/image" Target="../media/image123.emf"/><Relationship Id="rId9" Type="http://schemas.openxmlformats.org/officeDocument/2006/relationships/oleObject" Target="../embeddings/oleObject116.bin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9.emf"/><Relationship Id="rId3" Type="http://schemas.openxmlformats.org/officeDocument/2006/relationships/oleObject" Target="../embeddings/oleObject117.bin"/><Relationship Id="rId7" Type="http://schemas.openxmlformats.org/officeDocument/2006/relationships/oleObject" Target="../embeddings/oleObject119.bin"/><Relationship Id="rId12" Type="http://schemas.openxmlformats.org/officeDocument/2006/relationships/image" Target="../media/image131.wmf"/><Relationship Id="rId2" Type="http://schemas.openxmlformats.org/officeDocument/2006/relationships/slideLayout" Target="../slideLayouts/slideLayout32.xml"/><Relationship Id="rId1" Type="http://schemas.openxmlformats.org/officeDocument/2006/relationships/vmlDrawing" Target="../drawings/vmlDrawing28.vml"/><Relationship Id="rId6" Type="http://schemas.openxmlformats.org/officeDocument/2006/relationships/image" Target="../media/image128.wmf"/><Relationship Id="rId11" Type="http://schemas.openxmlformats.org/officeDocument/2006/relationships/oleObject" Target="../embeddings/oleObject121.bin"/><Relationship Id="rId5" Type="http://schemas.openxmlformats.org/officeDocument/2006/relationships/oleObject" Target="../embeddings/oleObject118.bin"/><Relationship Id="rId10" Type="http://schemas.openxmlformats.org/officeDocument/2006/relationships/image" Target="../media/image130.wmf"/><Relationship Id="rId4" Type="http://schemas.openxmlformats.org/officeDocument/2006/relationships/image" Target="../media/image127.wmf"/><Relationship Id="rId9" Type="http://schemas.openxmlformats.org/officeDocument/2006/relationships/oleObject" Target="../embeddings/oleObject120.bin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4.wmf"/><Relationship Id="rId3" Type="http://schemas.openxmlformats.org/officeDocument/2006/relationships/oleObject" Target="../embeddings/oleObject122.bin"/><Relationship Id="rId7" Type="http://schemas.openxmlformats.org/officeDocument/2006/relationships/oleObject" Target="../embeddings/oleObject124.bin"/><Relationship Id="rId2" Type="http://schemas.openxmlformats.org/officeDocument/2006/relationships/slideLayout" Target="../slideLayouts/slideLayout32.xml"/><Relationship Id="rId1" Type="http://schemas.openxmlformats.org/officeDocument/2006/relationships/vmlDrawing" Target="../drawings/vmlDrawing29.vml"/><Relationship Id="rId6" Type="http://schemas.openxmlformats.org/officeDocument/2006/relationships/image" Target="../media/image133.wmf"/><Relationship Id="rId5" Type="http://schemas.openxmlformats.org/officeDocument/2006/relationships/oleObject" Target="../embeddings/oleObject123.bin"/><Relationship Id="rId10" Type="http://schemas.openxmlformats.org/officeDocument/2006/relationships/image" Target="../media/image135.wmf"/><Relationship Id="rId4" Type="http://schemas.openxmlformats.org/officeDocument/2006/relationships/image" Target="../media/image132.wmf"/><Relationship Id="rId9" Type="http://schemas.openxmlformats.org/officeDocument/2006/relationships/oleObject" Target="../embeddings/oleObject125.bin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2.xml"/></Relationships>
</file>

<file path=ppt/slides/_rels/slide3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8.wmf"/><Relationship Id="rId3" Type="http://schemas.openxmlformats.org/officeDocument/2006/relationships/oleObject" Target="../embeddings/oleObject126.bin"/><Relationship Id="rId7" Type="http://schemas.openxmlformats.org/officeDocument/2006/relationships/oleObject" Target="../embeddings/oleObject128.bin"/><Relationship Id="rId12" Type="http://schemas.openxmlformats.org/officeDocument/2006/relationships/image" Target="../media/image140.wmf"/><Relationship Id="rId2" Type="http://schemas.openxmlformats.org/officeDocument/2006/relationships/slideLayout" Target="../slideLayouts/slideLayout32.xml"/><Relationship Id="rId1" Type="http://schemas.openxmlformats.org/officeDocument/2006/relationships/vmlDrawing" Target="../drawings/vmlDrawing30.vml"/><Relationship Id="rId6" Type="http://schemas.openxmlformats.org/officeDocument/2006/relationships/image" Target="../media/image137.wmf"/><Relationship Id="rId11" Type="http://schemas.openxmlformats.org/officeDocument/2006/relationships/oleObject" Target="../embeddings/oleObject130.bin"/><Relationship Id="rId5" Type="http://schemas.openxmlformats.org/officeDocument/2006/relationships/oleObject" Target="../embeddings/oleObject127.bin"/><Relationship Id="rId10" Type="http://schemas.openxmlformats.org/officeDocument/2006/relationships/image" Target="../media/image139.wmf"/><Relationship Id="rId4" Type="http://schemas.openxmlformats.org/officeDocument/2006/relationships/image" Target="../media/image136.emf"/><Relationship Id="rId9" Type="http://schemas.openxmlformats.org/officeDocument/2006/relationships/oleObject" Target="../embeddings/oleObject129.bin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31.bin"/><Relationship Id="rId2" Type="http://schemas.openxmlformats.org/officeDocument/2006/relationships/slideLayout" Target="../slideLayouts/slideLayout32.xml"/><Relationship Id="rId1" Type="http://schemas.openxmlformats.org/officeDocument/2006/relationships/vmlDrawing" Target="../drawings/vmlDrawing31.vml"/><Relationship Id="rId6" Type="http://schemas.openxmlformats.org/officeDocument/2006/relationships/image" Target="../media/image142.emf"/><Relationship Id="rId5" Type="http://schemas.openxmlformats.org/officeDocument/2006/relationships/oleObject" Target="../embeddings/oleObject132.bin"/><Relationship Id="rId4" Type="http://schemas.openxmlformats.org/officeDocument/2006/relationships/image" Target="../media/image141.emf"/></Relationships>
</file>

<file path=ppt/slides/_rels/slide4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5.wmf"/><Relationship Id="rId13" Type="http://schemas.openxmlformats.org/officeDocument/2006/relationships/oleObject" Target="../embeddings/oleObject138.bin"/><Relationship Id="rId3" Type="http://schemas.openxmlformats.org/officeDocument/2006/relationships/oleObject" Target="../embeddings/oleObject133.bin"/><Relationship Id="rId7" Type="http://schemas.openxmlformats.org/officeDocument/2006/relationships/oleObject" Target="../embeddings/oleObject135.bin"/><Relationship Id="rId12" Type="http://schemas.openxmlformats.org/officeDocument/2006/relationships/image" Target="../media/image147.wmf"/><Relationship Id="rId2" Type="http://schemas.openxmlformats.org/officeDocument/2006/relationships/slideLayout" Target="../slideLayouts/slideLayout32.xml"/><Relationship Id="rId1" Type="http://schemas.openxmlformats.org/officeDocument/2006/relationships/vmlDrawing" Target="../drawings/vmlDrawing32.vml"/><Relationship Id="rId6" Type="http://schemas.openxmlformats.org/officeDocument/2006/relationships/image" Target="../media/image144.wmf"/><Relationship Id="rId11" Type="http://schemas.openxmlformats.org/officeDocument/2006/relationships/oleObject" Target="../embeddings/oleObject137.bin"/><Relationship Id="rId5" Type="http://schemas.openxmlformats.org/officeDocument/2006/relationships/oleObject" Target="../embeddings/oleObject134.bin"/><Relationship Id="rId10" Type="http://schemas.openxmlformats.org/officeDocument/2006/relationships/image" Target="../media/image146.wmf"/><Relationship Id="rId4" Type="http://schemas.openxmlformats.org/officeDocument/2006/relationships/image" Target="../media/image143.wmf"/><Relationship Id="rId9" Type="http://schemas.openxmlformats.org/officeDocument/2006/relationships/oleObject" Target="../embeddings/oleObject136.bin"/><Relationship Id="rId14" Type="http://schemas.openxmlformats.org/officeDocument/2006/relationships/image" Target="../media/image148.wmf"/></Relationships>
</file>

<file path=ppt/slides/_rels/slide4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1.wmf"/><Relationship Id="rId3" Type="http://schemas.openxmlformats.org/officeDocument/2006/relationships/oleObject" Target="../embeddings/oleObject139.bin"/><Relationship Id="rId7" Type="http://schemas.openxmlformats.org/officeDocument/2006/relationships/oleObject" Target="../embeddings/oleObject141.bin"/><Relationship Id="rId2" Type="http://schemas.openxmlformats.org/officeDocument/2006/relationships/slideLayout" Target="../slideLayouts/slideLayout32.xml"/><Relationship Id="rId1" Type="http://schemas.openxmlformats.org/officeDocument/2006/relationships/vmlDrawing" Target="../drawings/vmlDrawing33.vml"/><Relationship Id="rId6" Type="http://schemas.openxmlformats.org/officeDocument/2006/relationships/image" Target="../media/image150.wmf"/><Relationship Id="rId5" Type="http://schemas.openxmlformats.org/officeDocument/2006/relationships/oleObject" Target="../embeddings/oleObject140.bin"/><Relationship Id="rId10" Type="http://schemas.openxmlformats.org/officeDocument/2006/relationships/image" Target="../media/image152.wmf"/><Relationship Id="rId4" Type="http://schemas.openxmlformats.org/officeDocument/2006/relationships/image" Target="../media/image149.wmf"/><Relationship Id="rId9" Type="http://schemas.openxmlformats.org/officeDocument/2006/relationships/oleObject" Target="../embeddings/oleObject142.bin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2.xml"/></Relationships>
</file>

<file path=ppt/slides/_rels/slide4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45.bin"/><Relationship Id="rId13" Type="http://schemas.openxmlformats.org/officeDocument/2006/relationships/image" Target="../media/image157.emf"/><Relationship Id="rId3" Type="http://schemas.openxmlformats.org/officeDocument/2006/relationships/notesSlide" Target="../notesSlides/notesSlide9.xml"/><Relationship Id="rId7" Type="http://schemas.openxmlformats.org/officeDocument/2006/relationships/image" Target="../media/image154.emf"/><Relationship Id="rId12" Type="http://schemas.openxmlformats.org/officeDocument/2006/relationships/oleObject" Target="../embeddings/oleObject147.bin"/><Relationship Id="rId17" Type="http://schemas.openxmlformats.org/officeDocument/2006/relationships/image" Target="../media/image159.emf"/><Relationship Id="rId2" Type="http://schemas.openxmlformats.org/officeDocument/2006/relationships/slideLayout" Target="../slideLayouts/slideLayout32.xml"/><Relationship Id="rId16" Type="http://schemas.openxmlformats.org/officeDocument/2006/relationships/oleObject" Target="../embeddings/oleObject149.bin"/><Relationship Id="rId1" Type="http://schemas.openxmlformats.org/officeDocument/2006/relationships/vmlDrawing" Target="../drawings/vmlDrawing34.vml"/><Relationship Id="rId6" Type="http://schemas.openxmlformats.org/officeDocument/2006/relationships/oleObject" Target="../embeddings/oleObject144.bin"/><Relationship Id="rId11" Type="http://schemas.openxmlformats.org/officeDocument/2006/relationships/image" Target="../media/image156.emf"/><Relationship Id="rId5" Type="http://schemas.openxmlformats.org/officeDocument/2006/relationships/image" Target="../media/image153.emf"/><Relationship Id="rId15" Type="http://schemas.openxmlformats.org/officeDocument/2006/relationships/image" Target="../media/image158.emf"/><Relationship Id="rId10" Type="http://schemas.openxmlformats.org/officeDocument/2006/relationships/oleObject" Target="../embeddings/oleObject146.bin"/><Relationship Id="rId4" Type="http://schemas.openxmlformats.org/officeDocument/2006/relationships/oleObject" Target="../embeddings/oleObject143.bin"/><Relationship Id="rId9" Type="http://schemas.openxmlformats.org/officeDocument/2006/relationships/image" Target="../media/image155.emf"/><Relationship Id="rId14" Type="http://schemas.openxmlformats.org/officeDocument/2006/relationships/oleObject" Target="../embeddings/oleObject148.bin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2.xml"/></Relationships>
</file>

<file path=ppt/slides/_rels/slide4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52.bin"/><Relationship Id="rId13" Type="http://schemas.openxmlformats.org/officeDocument/2006/relationships/image" Target="../media/image164.emf"/><Relationship Id="rId3" Type="http://schemas.openxmlformats.org/officeDocument/2006/relationships/notesSlide" Target="../notesSlides/notesSlide11.xml"/><Relationship Id="rId7" Type="http://schemas.openxmlformats.org/officeDocument/2006/relationships/image" Target="../media/image161.emf"/><Relationship Id="rId12" Type="http://schemas.openxmlformats.org/officeDocument/2006/relationships/oleObject" Target="../embeddings/oleObject154.bin"/><Relationship Id="rId17" Type="http://schemas.openxmlformats.org/officeDocument/2006/relationships/image" Target="../media/image166.emf"/><Relationship Id="rId2" Type="http://schemas.openxmlformats.org/officeDocument/2006/relationships/slideLayout" Target="../slideLayouts/slideLayout32.xml"/><Relationship Id="rId16" Type="http://schemas.openxmlformats.org/officeDocument/2006/relationships/oleObject" Target="../embeddings/oleObject156.bin"/><Relationship Id="rId1" Type="http://schemas.openxmlformats.org/officeDocument/2006/relationships/vmlDrawing" Target="../drawings/vmlDrawing35.vml"/><Relationship Id="rId6" Type="http://schemas.openxmlformats.org/officeDocument/2006/relationships/oleObject" Target="../embeddings/oleObject151.bin"/><Relationship Id="rId11" Type="http://schemas.openxmlformats.org/officeDocument/2006/relationships/image" Target="../media/image163.emf"/><Relationship Id="rId5" Type="http://schemas.openxmlformats.org/officeDocument/2006/relationships/image" Target="../media/image160.emf"/><Relationship Id="rId15" Type="http://schemas.openxmlformats.org/officeDocument/2006/relationships/image" Target="../media/image165.emf"/><Relationship Id="rId10" Type="http://schemas.openxmlformats.org/officeDocument/2006/relationships/oleObject" Target="../embeddings/oleObject153.bin"/><Relationship Id="rId4" Type="http://schemas.openxmlformats.org/officeDocument/2006/relationships/oleObject" Target="../embeddings/oleObject150.bin"/><Relationship Id="rId9" Type="http://schemas.openxmlformats.org/officeDocument/2006/relationships/image" Target="../media/image162.emf"/><Relationship Id="rId14" Type="http://schemas.openxmlformats.org/officeDocument/2006/relationships/oleObject" Target="../embeddings/oleObject155.bin"/></Relationships>
</file>

<file path=ppt/slides/_rels/slide4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59.bin"/><Relationship Id="rId13" Type="http://schemas.openxmlformats.org/officeDocument/2006/relationships/image" Target="../media/image171.emf"/><Relationship Id="rId18" Type="http://schemas.openxmlformats.org/officeDocument/2006/relationships/oleObject" Target="../embeddings/oleObject164.bin"/><Relationship Id="rId3" Type="http://schemas.openxmlformats.org/officeDocument/2006/relationships/notesSlide" Target="../notesSlides/notesSlide12.xml"/><Relationship Id="rId21" Type="http://schemas.openxmlformats.org/officeDocument/2006/relationships/image" Target="../media/image175.emf"/><Relationship Id="rId7" Type="http://schemas.openxmlformats.org/officeDocument/2006/relationships/image" Target="../media/image168.emf"/><Relationship Id="rId12" Type="http://schemas.openxmlformats.org/officeDocument/2006/relationships/oleObject" Target="../embeddings/oleObject161.bin"/><Relationship Id="rId17" Type="http://schemas.openxmlformats.org/officeDocument/2006/relationships/image" Target="../media/image173.emf"/><Relationship Id="rId2" Type="http://schemas.openxmlformats.org/officeDocument/2006/relationships/slideLayout" Target="../slideLayouts/slideLayout32.xml"/><Relationship Id="rId16" Type="http://schemas.openxmlformats.org/officeDocument/2006/relationships/oleObject" Target="../embeddings/oleObject163.bin"/><Relationship Id="rId20" Type="http://schemas.openxmlformats.org/officeDocument/2006/relationships/oleObject" Target="../embeddings/oleObject165.bin"/><Relationship Id="rId1" Type="http://schemas.openxmlformats.org/officeDocument/2006/relationships/vmlDrawing" Target="../drawings/vmlDrawing36.vml"/><Relationship Id="rId6" Type="http://schemas.openxmlformats.org/officeDocument/2006/relationships/oleObject" Target="../embeddings/oleObject158.bin"/><Relationship Id="rId11" Type="http://schemas.openxmlformats.org/officeDocument/2006/relationships/image" Target="../media/image170.emf"/><Relationship Id="rId5" Type="http://schemas.openxmlformats.org/officeDocument/2006/relationships/image" Target="../media/image167.emf"/><Relationship Id="rId15" Type="http://schemas.openxmlformats.org/officeDocument/2006/relationships/image" Target="../media/image172.emf"/><Relationship Id="rId10" Type="http://schemas.openxmlformats.org/officeDocument/2006/relationships/oleObject" Target="../embeddings/oleObject160.bin"/><Relationship Id="rId19" Type="http://schemas.openxmlformats.org/officeDocument/2006/relationships/image" Target="../media/image174.emf"/><Relationship Id="rId4" Type="http://schemas.openxmlformats.org/officeDocument/2006/relationships/oleObject" Target="../embeddings/oleObject157.bin"/><Relationship Id="rId9" Type="http://schemas.openxmlformats.org/officeDocument/2006/relationships/image" Target="../media/image169.emf"/><Relationship Id="rId14" Type="http://schemas.openxmlformats.org/officeDocument/2006/relationships/oleObject" Target="../embeddings/oleObject162.bin"/></Relationships>
</file>

<file path=ppt/slides/_rels/slide47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68.bin"/><Relationship Id="rId13" Type="http://schemas.openxmlformats.org/officeDocument/2006/relationships/image" Target="../media/image180.emf"/><Relationship Id="rId3" Type="http://schemas.openxmlformats.org/officeDocument/2006/relationships/notesSlide" Target="../notesSlides/notesSlide13.xml"/><Relationship Id="rId7" Type="http://schemas.openxmlformats.org/officeDocument/2006/relationships/image" Target="../media/image177.emf"/><Relationship Id="rId12" Type="http://schemas.openxmlformats.org/officeDocument/2006/relationships/oleObject" Target="../embeddings/oleObject170.bin"/><Relationship Id="rId17" Type="http://schemas.openxmlformats.org/officeDocument/2006/relationships/image" Target="../media/image182.emf"/><Relationship Id="rId2" Type="http://schemas.openxmlformats.org/officeDocument/2006/relationships/slideLayout" Target="../slideLayouts/slideLayout32.xml"/><Relationship Id="rId16" Type="http://schemas.openxmlformats.org/officeDocument/2006/relationships/oleObject" Target="../embeddings/oleObject172.bin"/><Relationship Id="rId1" Type="http://schemas.openxmlformats.org/officeDocument/2006/relationships/vmlDrawing" Target="../drawings/vmlDrawing37.vml"/><Relationship Id="rId6" Type="http://schemas.openxmlformats.org/officeDocument/2006/relationships/oleObject" Target="../embeddings/oleObject167.bin"/><Relationship Id="rId11" Type="http://schemas.openxmlformats.org/officeDocument/2006/relationships/image" Target="../media/image179.emf"/><Relationship Id="rId5" Type="http://schemas.openxmlformats.org/officeDocument/2006/relationships/image" Target="../media/image176.emf"/><Relationship Id="rId15" Type="http://schemas.openxmlformats.org/officeDocument/2006/relationships/image" Target="../media/image181.emf"/><Relationship Id="rId10" Type="http://schemas.openxmlformats.org/officeDocument/2006/relationships/oleObject" Target="../embeddings/oleObject169.bin"/><Relationship Id="rId4" Type="http://schemas.openxmlformats.org/officeDocument/2006/relationships/oleObject" Target="../embeddings/oleObject166.bin"/><Relationship Id="rId9" Type="http://schemas.openxmlformats.org/officeDocument/2006/relationships/image" Target="../media/image178.emf"/><Relationship Id="rId14" Type="http://schemas.openxmlformats.org/officeDocument/2006/relationships/oleObject" Target="../embeddings/oleObject171.bin"/></Relationships>
</file>

<file path=ppt/slides/_rels/slide4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75.bin"/><Relationship Id="rId13" Type="http://schemas.openxmlformats.org/officeDocument/2006/relationships/image" Target="../media/image187.emf"/><Relationship Id="rId18" Type="http://schemas.openxmlformats.org/officeDocument/2006/relationships/oleObject" Target="../embeddings/oleObject180.bin"/><Relationship Id="rId26" Type="http://schemas.openxmlformats.org/officeDocument/2006/relationships/oleObject" Target="../embeddings/oleObject184.bin"/><Relationship Id="rId3" Type="http://schemas.openxmlformats.org/officeDocument/2006/relationships/notesSlide" Target="../notesSlides/notesSlide14.xml"/><Relationship Id="rId21" Type="http://schemas.openxmlformats.org/officeDocument/2006/relationships/image" Target="../media/image191.emf"/><Relationship Id="rId7" Type="http://schemas.openxmlformats.org/officeDocument/2006/relationships/image" Target="../media/image184.emf"/><Relationship Id="rId12" Type="http://schemas.openxmlformats.org/officeDocument/2006/relationships/oleObject" Target="../embeddings/oleObject177.bin"/><Relationship Id="rId17" Type="http://schemas.openxmlformats.org/officeDocument/2006/relationships/image" Target="../media/image189.emf"/><Relationship Id="rId25" Type="http://schemas.openxmlformats.org/officeDocument/2006/relationships/image" Target="../media/image193.emf"/><Relationship Id="rId2" Type="http://schemas.openxmlformats.org/officeDocument/2006/relationships/slideLayout" Target="../slideLayouts/slideLayout32.xml"/><Relationship Id="rId16" Type="http://schemas.openxmlformats.org/officeDocument/2006/relationships/oleObject" Target="../embeddings/oleObject179.bin"/><Relationship Id="rId20" Type="http://schemas.openxmlformats.org/officeDocument/2006/relationships/oleObject" Target="../embeddings/oleObject181.bin"/><Relationship Id="rId29" Type="http://schemas.openxmlformats.org/officeDocument/2006/relationships/image" Target="../media/image195.emf"/><Relationship Id="rId1" Type="http://schemas.openxmlformats.org/officeDocument/2006/relationships/vmlDrawing" Target="../drawings/vmlDrawing38.vml"/><Relationship Id="rId6" Type="http://schemas.openxmlformats.org/officeDocument/2006/relationships/oleObject" Target="../embeddings/oleObject174.bin"/><Relationship Id="rId11" Type="http://schemas.openxmlformats.org/officeDocument/2006/relationships/image" Target="../media/image186.emf"/><Relationship Id="rId24" Type="http://schemas.openxmlformats.org/officeDocument/2006/relationships/oleObject" Target="../embeddings/oleObject183.bin"/><Relationship Id="rId5" Type="http://schemas.openxmlformats.org/officeDocument/2006/relationships/image" Target="../media/image183.emf"/><Relationship Id="rId15" Type="http://schemas.openxmlformats.org/officeDocument/2006/relationships/image" Target="../media/image188.emf"/><Relationship Id="rId23" Type="http://schemas.openxmlformats.org/officeDocument/2006/relationships/image" Target="../media/image192.emf"/><Relationship Id="rId28" Type="http://schemas.openxmlformats.org/officeDocument/2006/relationships/oleObject" Target="../embeddings/oleObject185.bin"/><Relationship Id="rId10" Type="http://schemas.openxmlformats.org/officeDocument/2006/relationships/oleObject" Target="../embeddings/oleObject176.bin"/><Relationship Id="rId19" Type="http://schemas.openxmlformats.org/officeDocument/2006/relationships/image" Target="../media/image190.emf"/><Relationship Id="rId31" Type="http://schemas.openxmlformats.org/officeDocument/2006/relationships/image" Target="../media/image196.emf"/><Relationship Id="rId4" Type="http://schemas.openxmlformats.org/officeDocument/2006/relationships/oleObject" Target="../embeddings/oleObject173.bin"/><Relationship Id="rId9" Type="http://schemas.openxmlformats.org/officeDocument/2006/relationships/image" Target="../media/image185.emf"/><Relationship Id="rId14" Type="http://schemas.openxmlformats.org/officeDocument/2006/relationships/oleObject" Target="../embeddings/oleObject178.bin"/><Relationship Id="rId22" Type="http://schemas.openxmlformats.org/officeDocument/2006/relationships/oleObject" Target="../embeddings/oleObject182.bin"/><Relationship Id="rId27" Type="http://schemas.openxmlformats.org/officeDocument/2006/relationships/image" Target="../media/image194.emf"/><Relationship Id="rId30" Type="http://schemas.openxmlformats.org/officeDocument/2006/relationships/oleObject" Target="../embeddings/oleObject186.bin"/></Relationships>
</file>

<file path=ppt/slides/_rels/slide4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89.bin"/><Relationship Id="rId13" Type="http://schemas.openxmlformats.org/officeDocument/2006/relationships/image" Target="../media/image201.emf"/><Relationship Id="rId3" Type="http://schemas.openxmlformats.org/officeDocument/2006/relationships/notesSlide" Target="../notesSlides/notesSlide15.xml"/><Relationship Id="rId7" Type="http://schemas.openxmlformats.org/officeDocument/2006/relationships/image" Target="../media/image198.emf"/><Relationship Id="rId12" Type="http://schemas.openxmlformats.org/officeDocument/2006/relationships/oleObject" Target="../embeddings/oleObject191.bin"/><Relationship Id="rId2" Type="http://schemas.openxmlformats.org/officeDocument/2006/relationships/slideLayout" Target="../slideLayouts/slideLayout32.xml"/><Relationship Id="rId1" Type="http://schemas.openxmlformats.org/officeDocument/2006/relationships/vmlDrawing" Target="../drawings/vmlDrawing39.vml"/><Relationship Id="rId6" Type="http://schemas.openxmlformats.org/officeDocument/2006/relationships/oleObject" Target="../embeddings/oleObject188.bin"/><Relationship Id="rId11" Type="http://schemas.openxmlformats.org/officeDocument/2006/relationships/image" Target="../media/image200.emf"/><Relationship Id="rId5" Type="http://schemas.openxmlformats.org/officeDocument/2006/relationships/image" Target="../media/image197.emf"/><Relationship Id="rId10" Type="http://schemas.openxmlformats.org/officeDocument/2006/relationships/oleObject" Target="../embeddings/oleObject190.bin"/><Relationship Id="rId4" Type="http://schemas.openxmlformats.org/officeDocument/2006/relationships/oleObject" Target="../embeddings/oleObject187.bin"/><Relationship Id="rId9" Type="http://schemas.openxmlformats.org/officeDocument/2006/relationships/image" Target="../media/image199.emf"/></Relationships>
</file>

<file path=ppt/slides/_rels/slide50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94.bin"/><Relationship Id="rId13" Type="http://schemas.openxmlformats.org/officeDocument/2006/relationships/image" Target="../media/image207.jpeg"/><Relationship Id="rId3" Type="http://schemas.openxmlformats.org/officeDocument/2006/relationships/notesSlide" Target="../notesSlides/notesSlide16.xml"/><Relationship Id="rId7" Type="http://schemas.openxmlformats.org/officeDocument/2006/relationships/image" Target="../media/image203.emf"/><Relationship Id="rId12" Type="http://schemas.openxmlformats.org/officeDocument/2006/relationships/image" Target="../media/image206.jpeg"/><Relationship Id="rId2" Type="http://schemas.openxmlformats.org/officeDocument/2006/relationships/slideLayout" Target="../slideLayouts/slideLayout32.xml"/><Relationship Id="rId1" Type="http://schemas.openxmlformats.org/officeDocument/2006/relationships/vmlDrawing" Target="../drawings/vmlDrawing40.vml"/><Relationship Id="rId6" Type="http://schemas.openxmlformats.org/officeDocument/2006/relationships/oleObject" Target="../embeddings/oleObject193.bin"/><Relationship Id="rId11" Type="http://schemas.openxmlformats.org/officeDocument/2006/relationships/image" Target="../media/image205.emf"/><Relationship Id="rId5" Type="http://schemas.openxmlformats.org/officeDocument/2006/relationships/image" Target="../media/image202.emf"/><Relationship Id="rId10" Type="http://schemas.openxmlformats.org/officeDocument/2006/relationships/oleObject" Target="../embeddings/oleObject195.bin"/><Relationship Id="rId4" Type="http://schemas.openxmlformats.org/officeDocument/2006/relationships/oleObject" Target="../embeddings/oleObject192.bin"/><Relationship Id="rId9" Type="http://schemas.openxmlformats.org/officeDocument/2006/relationships/image" Target="../media/image204.emf"/></Relationships>
</file>

<file path=ppt/slides/_rels/slide5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98.bin"/><Relationship Id="rId13" Type="http://schemas.openxmlformats.org/officeDocument/2006/relationships/image" Target="../media/image212.emf"/><Relationship Id="rId3" Type="http://schemas.openxmlformats.org/officeDocument/2006/relationships/notesSlide" Target="../notesSlides/notesSlide17.xml"/><Relationship Id="rId7" Type="http://schemas.openxmlformats.org/officeDocument/2006/relationships/image" Target="../media/image209.emf"/><Relationship Id="rId12" Type="http://schemas.openxmlformats.org/officeDocument/2006/relationships/oleObject" Target="../embeddings/oleObject200.bin"/><Relationship Id="rId2" Type="http://schemas.openxmlformats.org/officeDocument/2006/relationships/slideLayout" Target="../slideLayouts/slideLayout32.xml"/><Relationship Id="rId1" Type="http://schemas.openxmlformats.org/officeDocument/2006/relationships/vmlDrawing" Target="../drawings/vmlDrawing41.vml"/><Relationship Id="rId6" Type="http://schemas.openxmlformats.org/officeDocument/2006/relationships/oleObject" Target="../embeddings/oleObject197.bin"/><Relationship Id="rId11" Type="http://schemas.openxmlformats.org/officeDocument/2006/relationships/image" Target="../media/image211.emf"/><Relationship Id="rId5" Type="http://schemas.openxmlformats.org/officeDocument/2006/relationships/image" Target="../media/image208.emf"/><Relationship Id="rId10" Type="http://schemas.openxmlformats.org/officeDocument/2006/relationships/oleObject" Target="../embeddings/oleObject199.bin"/><Relationship Id="rId4" Type="http://schemas.openxmlformats.org/officeDocument/2006/relationships/oleObject" Target="../embeddings/oleObject196.bin"/><Relationship Id="rId9" Type="http://schemas.openxmlformats.org/officeDocument/2006/relationships/image" Target="../media/image210.emf"/></Relationships>
</file>

<file path=ppt/slides/_rels/slide5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03.bin"/><Relationship Id="rId3" Type="http://schemas.openxmlformats.org/officeDocument/2006/relationships/notesSlide" Target="../notesSlides/notesSlide18.xml"/><Relationship Id="rId7" Type="http://schemas.openxmlformats.org/officeDocument/2006/relationships/image" Target="../media/image214.emf"/><Relationship Id="rId2" Type="http://schemas.openxmlformats.org/officeDocument/2006/relationships/slideLayout" Target="../slideLayouts/slideLayout32.xml"/><Relationship Id="rId1" Type="http://schemas.openxmlformats.org/officeDocument/2006/relationships/vmlDrawing" Target="../drawings/vmlDrawing42.vml"/><Relationship Id="rId6" Type="http://schemas.openxmlformats.org/officeDocument/2006/relationships/oleObject" Target="../embeddings/oleObject202.bin"/><Relationship Id="rId11" Type="http://schemas.openxmlformats.org/officeDocument/2006/relationships/image" Target="../media/image216.emf"/><Relationship Id="rId5" Type="http://schemas.openxmlformats.org/officeDocument/2006/relationships/image" Target="../media/image213.emf"/><Relationship Id="rId10" Type="http://schemas.openxmlformats.org/officeDocument/2006/relationships/oleObject" Target="../embeddings/oleObject204.bin"/><Relationship Id="rId4" Type="http://schemas.openxmlformats.org/officeDocument/2006/relationships/oleObject" Target="../embeddings/oleObject201.bin"/><Relationship Id="rId9" Type="http://schemas.openxmlformats.org/officeDocument/2006/relationships/image" Target="../media/image215.emf"/></Relationships>
</file>

<file path=ppt/slides/_rels/slide5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07.bin"/><Relationship Id="rId3" Type="http://schemas.openxmlformats.org/officeDocument/2006/relationships/notesSlide" Target="../notesSlides/notesSlide19.xml"/><Relationship Id="rId7" Type="http://schemas.openxmlformats.org/officeDocument/2006/relationships/image" Target="../media/image218.emf"/><Relationship Id="rId2" Type="http://schemas.openxmlformats.org/officeDocument/2006/relationships/slideLayout" Target="../slideLayouts/slideLayout32.xml"/><Relationship Id="rId1" Type="http://schemas.openxmlformats.org/officeDocument/2006/relationships/vmlDrawing" Target="../drawings/vmlDrawing43.vml"/><Relationship Id="rId6" Type="http://schemas.openxmlformats.org/officeDocument/2006/relationships/oleObject" Target="../embeddings/oleObject206.bin"/><Relationship Id="rId5" Type="http://schemas.openxmlformats.org/officeDocument/2006/relationships/image" Target="../media/image217.wmf"/><Relationship Id="rId4" Type="http://schemas.openxmlformats.org/officeDocument/2006/relationships/oleObject" Target="../embeddings/oleObject205.bin"/><Relationship Id="rId9" Type="http://schemas.openxmlformats.org/officeDocument/2006/relationships/image" Target="../media/image219.emf"/></Relationships>
</file>

<file path=ppt/slides/_rels/slide5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10.bin"/><Relationship Id="rId13" Type="http://schemas.openxmlformats.org/officeDocument/2006/relationships/image" Target="../media/image175.emf"/><Relationship Id="rId3" Type="http://schemas.openxmlformats.org/officeDocument/2006/relationships/notesSlide" Target="../notesSlides/notesSlide20.xml"/><Relationship Id="rId7" Type="http://schemas.openxmlformats.org/officeDocument/2006/relationships/image" Target="../media/image221.emf"/><Relationship Id="rId12" Type="http://schemas.openxmlformats.org/officeDocument/2006/relationships/oleObject" Target="../embeddings/oleObject212.bin"/><Relationship Id="rId2" Type="http://schemas.openxmlformats.org/officeDocument/2006/relationships/slideLayout" Target="../slideLayouts/slideLayout32.xml"/><Relationship Id="rId1" Type="http://schemas.openxmlformats.org/officeDocument/2006/relationships/vmlDrawing" Target="../drawings/vmlDrawing44.vml"/><Relationship Id="rId6" Type="http://schemas.openxmlformats.org/officeDocument/2006/relationships/oleObject" Target="../embeddings/oleObject209.bin"/><Relationship Id="rId11" Type="http://schemas.openxmlformats.org/officeDocument/2006/relationships/image" Target="../media/image166.emf"/><Relationship Id="rId5" Type="http://schemas.openxmlformats.org/officeDocument/2006/relationships/image" Target="../media/image220.emf"/><Relationship Id="rId15" Type="http://schemas.openxmlformats.org/officeDocument/2006/relationships/image" Target="../media/image182.emf"/><Relationship Id="rId10" Type="http://schemas.openxmlformats.org/officeDocument/2006/relationships/oleObject" Target="../embeddings/oleObject211.bin"/><Relationship Id="rId4" Type="http://schemas.openxmlformats.org/officeDocument/2006/relationships/oleObject" Target="../embeddings/oleObject208.bin"/><Relationship Id="rId9" Type="http://schemas.openxmlformats.org/officeDocument/2006/relationships/image" Target="../media/image222.emf"/><Relationship Id="rId14" Type="http://schemas.openxmlformats.org/officeDocument/2006/relationships/oleObject" Target="../embeddings/oleObject213.bin"/></Relationships>
</file>

<file path=ppt/slides/_rels/slide5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16.bin"/><Relationship Id="rId13" Type="http://schemas.openxmlformats.org/officeDocument/2006/relationships/image" Target="../media/image227.emf"/><Relationship Id="rId3" Type="http://schemas.openxmlformats.org/officeDocument/2006/relationships/notesSlide" Target="../notesSlides/notesSlide21.xml"/><Relationship Id="rId7" Type="http://schemas.openxmlformats.org/officeDocument/2006/relationships/image" Target="../media/image224.emf"/><Relationship Id="rId12" Type="http://schemas.openxmlformats.org/officeDocument/2006/relationships/oleObject" Target="../embeddings/oleObject218.bin"/><Relationship Id="rId2" Type="http://schemas.openxmlformats.org/officeDocument/2006/relationships/slideLayout" Target="../slideLayouts/slideLayout32.xml"/><Relationship Id="rId1" Type="http://schemas.openxmlformats.org/officeDocument/2006/relationships/vmlDrawing" Target="../drawings/vmlDrawing45.vml"/><Relationship Id="rId6" Type="http://schemas.openxmlformats.org/officeDocument/2006/relationships/oleObject" Target="../embeddings/oleObject215.bin"/><Relationship Id="rId11" Type="http://schemas.openxmlformats.org/officeDocument/2006/relationships/image" Target="../media/image226.emf"/><Relationship Id="rId5" Type="http://schemas.openxmlformats.org/officeDocument/2006/relationships/image" Target="../media/image223.emf"/><Relationship Id="rId15" Type="http://schemas.openxmlformats.org/officeDocument/2006/relationships/image" Target="../media/image228.emf"/><Relationship Id="rId10" Type="http://schemas.openxmlformats.org/officeDocument/2006/relationships/oleObject" Target="../embeddings/oleObject217.bin"/><Relationship Id="rId4" Type="http://schemas.openxmlformats.org/officeDocument/2006/relationships/oleObject" Target="../embeddings/oleObject214.bin"/><Relationship Id="rId9" Type="http://schemas.openxmlformats.org/officeDocument/2006/relationships/image" Target="../media/image225.emf"/><Relationship Id="rId14" Type="http://schemas.openxmlformats.org/officeDocument/2006/relationships/oleObject" Target="../embeddings/oleObject219.bin"/></Relationships>
</file>

<file path=ppt/slides/_rels/slide5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1.emf"/><Relationship Id="rId13" Type="http://schemas.openxmlformats.org/officeDocument/2006/relationships/oleObject" Target="../embeddings/oleObject225.bin"/><Relationship Id="rId18" Type="http://schemas.openxmlformats.org/officeDocument/2006/relationships/image" Target="../media/image236.emf"/><Relationship Id="rId3" Type="http://schemas.openxmlformats.org/officeDocument/2006/relationships/oleObject" Target="../embeddings/oleObject220.bin"/><Relationship Id="rId21" Type="http://schemas.openxmlformats.org/officeDocument/2006/relationships/oleObject" Target="../embeddings/oleObject229.bin"/><Relationship Id="rId7" Type="http://schemas.openxmlformats.org/officeDocument/2006/relationships/oleObject" Target="../embeddings/oleObject222.bin"/><Relationship Id="rId12" Type="http://schemas.openxmlformats.org/officeDocument/2006/relationships/image" Target="../media/image233.emf"/><Relationship Id="rId17" Type="http://schemas.openxmlformats.org/officeDocument/2006/relationships/oleObject" Target="../embeddings/oleObject227.bin"/><Relationship Id="rId2" Type="http://schemas.openxmlformats.org/officeDocument/2006/relationships/slideLayout" Target="../slideLayouts/slideLayout32.xml"/><Relationship Id="rId16" Type="http://schemas.openxmlformats.org/officeDocument/2006/relationships/image" Target="../media/image235.emf"/><Relationship Id="rId20" Type="http://schemas.openxmlformats.org/officeDocument/2006/relationships/image" Target="../media/image237.emf"/><Relationship Id="rId1" Type="http://schemas.openxmlformats.org/officeDocument/2006/relationships/vmlDrawing" Target="../drawings/vmlDrawing46.vml"/><Relationship Id="rId6" Type="http://schemas.openxmlformats.org/officeDocument/2006/relationships/image" Target="../media/image230.emf"/><Relationship Id="rId11" Type="http://schemas.openxmlformats.org/officeDocument/2006/relationships/oleObject" Target="../embeddings/oleObject224.bin"/><Relationship Id="rId5" Type="http://schemas.openxmlformats.org/officeDocument/2006/relationships/oleObject" Target="../embeddings/oleObject221.bin"/><Relationship Id="rId15" Type="http://schemas.openxmlformats.org/officeDocument/2006/relationships/oleObject" Target="../embeddings/oleObject226.bin"/><Relationship Id="rId10" Type="http://schemas.openxmlformats.org/officeDocument/2006/relationships/image" Target="../media/image232.emf"/><Relationship Id="rId19" Type="http://schemas.openxmlformats.org/officeDocument/2006/relationships/oleObject" Target="../embeddings/oleObject228.bin"/><Relationship Id="rId4" Type="http://schemas.openxmlformats.org/officeDocument/2006/relationships/image" Target="../media/image229.emf"/><Relationship Id="rId9" Type="http://schemas.openxmlformats.org/officeDocument/2006/relationships/oleObject" Target="../embeddings/oleObject223.bin"/><Relationship Id="rId14" Type="http://schemas.openxmlformats.org/officeDocument/2006/relationships/image" Target="../media/image234.emf"/><Relationship Id="rId22" Type="http://schemas.openxmlformats.org/officeDocument/2006/relationships/image" Target="../media/image238.emf"/></Relationships>
</file>

<file path=ppt/slides/_rels/slide5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1.emf"/><Relationship Id="rId13" Type="http://schemas.openxmlformats.org/officeDocument/2006/relationships/oleObject" Target="../embeddings/oleObject235.bin"/><Relationship Id="rId3" Type="http://schemas.openxmlformats.org/officeDocument/2006/relationships/oleObject" Target="../embeddings/oleObject230.bin"/><Relationship Id="rId7" Type="http://schemas.openxmlformats.org/officeDocument/2006/relationships/oleObject" Target="../embeddings/oleObject232.bin"/><Relationship Id="rId12" Type="http://schemas.openxmlformats.org/officeDocument/2006/relationships/image" Target="../media/image243.emf"/><Relationship Id="rId2" Type="http://schemas.openxmlformats.org/officeDocument/2006/relationships/slideLayout" Target="../slideLayouts/slideLayout32.xml"/><Relationship Id="rId1" Type="http://schemas.openxmlformats.org/officeDocument/2006/relationships/vmlDrawing" Target="../drawings/vmlDrawing47.vml"/><Relationship Id="rId6" Type="http://schemas.openxmlformats.org/officeDocument/2006/relationships/image" Target="../media/image240.emf"/><Relationship Id="rId11" Type="http://schemas.openxmlformats.org/officeDocument/2006/relationships/oleObject" Target="../embeddings/oleObject234.bin"/><Relationship Id="rId5" Type="http://schemas.openxmlformats.org/officeDocument/2006/relationships/oleObject" Target="../embeddings/oleObject231.bin"/><Relationship Id="rId10" Type="http://schemas.openxmlformats.org/officeDocument/2006/relationships/image" Target="../media/image242.emf"/><Relationship Id="rId4" Type="http://schemas.openxmlformats.org/officeDocument/2006/relationships/image" Target="../media/image239.emf"/><Relationship Id="rId9" Type="http://schemas.openxmlformats.org/officeDocument/2006/relationships/oleObject" Target="../embeddings/oleObject233.bin"/><Relationship Id="rId14" Type="http://schemas.openxmlformats.org/officeDocument/2006/relationships/image" Target="../media/image244.emf"/></Relationships>
</file>

<file path=ppt/slides/_rels/slide5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38.bin"/><Relationship Id="rId13" Type="http://schemas.openxmlformats.org/officeDocument/2006/relationships/image" Target="../media/image249.emf"/><Relationship Id="rId3" Type="http://schemas.openxmlformats.org/officeDocument/2006/relationships/notesSlide" Target="../notesSlides/notesSlide22.xml"/><Relationship Id="rId7" Type="http://schemas.openxmlformats.org/officeDocument/2006/relationships/image" Target="../media/image246.emf"/><Relationship Id="rId12" Type="http://schemas.openxmlformats.org/officeDocument/2006/relationships/oleObject" Target="../embeddings/oleObject240.bin"/><Relationship Id="rId2" Type="http://schemas.openxmlformats.org/officeDocument/2006/relationships/slideLayout" Target="../slideLayouts/slideLayout42.xml"/><Relationship Id="rId1" Type="http://schemas.openxmlformats.org/officeDocument/2006/relationships/vmlDrawing" Target="../drawings/vmlDrawing48.vml"/><Relationship Id="rId6" Type="http://schemas.openxmlformats.org/officeDocument/2006/relationships/oleObject" Target="../embeddings/oleObject237.bin"/><Relationship Id="rId11" Type="http://schemas.openxmlformats.org/officeDocument/2006/relationships/image" Target="../media/image248.emf"/><Relationship Id="rId5" Type="http://schemas.openxmlformats.org/officeDocument/2006/relationships/image" Target="../media/image245.emf"/><Relationship Id="rId10" Type="http://schemas.openxmlformats.org/officeDocument/2006/relationships/oleObject" Target="../embeddings/oleObject239.bin"/><Relationship Id="rId4" Type="http://schemas.openxmlformats.org/officeDocument/2006/relationships/oleObject" Target="../embeddings/oleObject236.bin"/><Relationship Id="rId9" Type="http://schemas.openxmlformats.org/officeDocument/2006/relationships/image" Target="../media/image247.emf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2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41.bin"/><Relationship Id="rId2" Type="http://schemas.openxmlformats.org/officeDocument/2006/relationships/slideLayout" Target="../slideLayouts/slideLayout32.xml"/><Relationship Id="rId1" Type="http://schemas.openxmlformats.org/officeDocument/2006/relationships/vmlDrawing" Target="../drawings/vmlDrawing49.vml"/><Relationship Id="rId6" Type="http://schemas.openxmlformats.org/officeDocument/2006/relationships/image" Target="../media/image251.emf"/><Relationship Id="rId5" Type="http://schemas.openxmlformats.org/officeDocument/2006/relationships/oleObject" Target="../embeddings/oleObject242.bin"/><Relationship Id="rId4" Type="http://schemas.openxmlformats.org/officeDocument/2006/relationships/image" Target="../media/image250.emf"/></Relationships>
</file>

<file path=ppt/slides/_rels/slide6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9.jpeg"/><Relationship Id="rId13" Type="http://schemas.openxmlformats.org/officeDocument/2006/relationships/oleObject" Target="../embeddings/oleObject247.bin"/><Relationship Id="rId18" Type="http://schemas.openxmlformats.org/officeDocument/2006/relationships/image" Target="../media/image258.wmf"/><Relationship Id="rId3" Type="http://schemas.openxmlformats.org/officeDocument/2006/relationships/notesSlide" Target="../notesSlides/notesSlide23.xml"/><Relationship Id="rId7" Type="http://schemas.openxmlformats.org/officeDocument/2006/relationships/image" Target="../media/image253.emf"/><Relationship Id="rId12" Type="http://schemas.openxmlformats.org/officeDocument/2006/relationships/image" Target="../media/image255.wmf"/><Relationship Id="rId17" Type="http://schemas.openxmlformats.org/officeDocument/2006/relationships/oleObject" Target="../embeddings/oleObject249.bin"/><Relationship Id="rId2" Type="http://schemas.openxmlformats.org/officeDocument/2006/relationships/slideLayout" Target="../slideLayouts/slideLayout45.xml"/><Relationship Id="rId16" Type="http://schemas.openxmlformats.org/officeDocument/2006/relationships/image" Target="../media/image257.wmf"/><Relationship Id="rId1" Type="http://schemas.openxmlformats.org/officeDocument/2006/relationships/vmlDrawing" Target="../drawings/vmlDrawing50.vml"/><Relationship Id="rId6" Type="http://schemas.openxmlformats.org/officeDocument/2006/relationships/oleObject" Target="../embeddings/oleObject244.bin"/><Relationship Id="rId11" Type="http://schemas.openxmlformats.org/officeDocument/2006/relationships/oleObject" Target="../embeddings/oleObject246.bin"/><Relationship Id="rId5" Type="http://schemas.openxmlformats.org/officeDocument/2006/relationships/image" Target="../media/image252.emf"/><Relationship Id="rId15" Type="http://schemas.openxmlformats.org/officeDocument/2006/relationships/oleObject" Target="../embeddings/oleObject248.bin"/><Relationship Id="rId10" Type="http://schemas.openxmlformats.org/officeDocument/2006/relationships/image" Target="../media/image254.emf"/><Relationship Id="rId4" Type="http://schemas.openxmlformats.org/officeDocument/2006/relationships/oleObject" Target="../embeddings/oleObject243.bin"/><Relationship Id="rId9" Type="http://schemas.openxmlformats.org/officeDocument/2006/relationships/oleObject" Target="../embeddings/oleObject245.bin"/><Relationship Id="rId14" Type="http://schemas.openxmlformats.org/officeDocument/2006/relationships/image" Target="../media/image256.wmf"/></Relationships>
</file>

<file path=ppt/slides/_rels/slide6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52.bin"/><Relationship Id="rId3" Type="http://schemas.openxmlformats.org/officeDocument/2006/relationships/image" Target="../media/image263.jpeg"/><Relationship Id="rId7" Type="http://schemas.openxmlformats.org/officeDocument/2006/relationships/image" Target="../media/image261.emf"/><Relationship Id="rId2" Type="http://schemas.openxmlformats.org/officeDocument/2006/relationships/slideLayout" Target="../slideLayouts/slideLayout32.xml"/><Relationship Id="rId1" Type="http://schemas.openxmlformats.org/officeDocument/2006/relationships/vmlDrawing" Target="../drawings/vmlDrawing51.vml"/><Relationship Id="rId6" Type="http://schemas.openxmlformats.org/officeDocument/2006/relationships/oleObject" Target="../embeddings/oleObject251.bin"/><Relationship Id="rId5" Type="http://schemas.openxmlformats.org/officeDocument/2006/relationships/image" Target="../media/image260.emf"/><Relationship Id="rId4" Type="http://schemas.openxmlformats.org/officeDocument/2006/relationships/oleObject" Target="../embeddings/oleObject250.bin"/><Relationship Id="rId9" Type="http://schemas.openxmlformats.org/officeDocument/2006/relationships/image" Target="../media/image262.emf"/></Relationships>
</file>

<file path=ppt/slides/_rels/slide6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6.wmf"/><Relationship Id="rId3" Type="http://schemas.openxmlformats.org/officeDocument/2006/relationships/oleObject" Target="../embeddings/oleObject253.bin"/><Relationship Id="rId7" Type="http://schemas.openxmlformats.org/officeDocument/2006/relationships/oleObject" Target="../embeddings/oleObject255.bin"/><Relationship Id="rId2" Type="http://schemas.openxmlformats.org/officeDocument/2006/relationships/slideLayout" Target="../slideLayouts/slideLayout32.xml"/><Relationship Id="rId1" Type="http://schemas.openxmlformats.org/officeDocument/2006/relationships/vmlDrawing" Target="../drawings/vmlDrawing52.vml"/><Relationship Id="rId6" Type="http://schemas.openxmlformats.org/officeDocument/2006/relationships/image" Target="../media/image265.wmf"/><Relationship Id="rId5" Type="http://schemas.openxmlformats.org/officeDocument/2006/relationships/oleObject" Target="../embeddings/oleObject254.bin"/><Relationship Id="rId4" Type="http://schemas.openxmlformats.org/officeDocument/2006/relationships/image" Target="../media/image264.wmf"/></Relationships>
</file>

<file path=ppt/slides/_rels/slide6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58.bin"/><Relationship Id="rId13" Type="http://schemas.openxmlformats.org/officeDocument/2006/relationships/image" Target="../media/image271.emf"/><Relationship Id="rId3" Type="http://schemas.openxmlformats.org/officeDocument/2006/relationships/notesSlide" Target="../notesSlides/notesSlide24.xml"/><Relationship Id="rId7" Type="http://schemas.openxmlformats.org/officeDocument/2006/relationships/image" Target="../media/image268.emf"/><Relationship Id="rId12" Type="http://schemas.openxmlformats.org/officeDocument/2006/relationships/oleObject" Target="../embeddings/oleObject260.bin"/><Relationship Id="rId2" Type="http://schemas.openxmlformats.org/officeDocument/2006/relationships/slideLayout" Target="../slideLayouts/slideLayout32.xml"/><Relationship Id="rId1" Type="http://schemas.openxmlformats.org/officeDocument/2006/relationships/vmlDrawing" Target="../drawings/vmlDrawing53.vml"/><Relationship Id="rId6" Type="http://schemas.openxmlformats.org/officeDocument/2006/relationships/oleObject" Target="../embeddings/oleObject257.bin"/><Relationship Id="rId11" Type="http://schemas.openxmlformats.org/officeDocument/2006/relationships/image" Target="../media/image270.emf"/><Relationship Id="rId5" Type="http://schemas.openxmlformats.org/officeDocument/2006/relationships/image" Target="../media/image267.emf"/><Relationship Id="rId10" Type="http://schemas.openxmlformats.org/officeDocument/2006/relationships/oleObject" Target="../embeddings/oleObject259.bin"/><Relationship Id="rId4" Type="http://schemas.openxmlformats.org/officeDocument/2006/relationships/oleObject" Target="../embeddings/oleObject256.bin"/><Relationship Id="rId9" Type="http://schemas.openxmlformats.org/officeDocument/2006/relationships/image" Target="../media/image269.emf"/></Relationships>
</file>

<file path=ppt/slides/_rels/slide6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4.emf"/><Relationship Id="rId3" Type="http://schemas.openxmlformats.org/officeDocument/2006/relationships/oleObject" Target="../embeddings/oleObject261.bin"/><Relationship Id="rId7" Type="http://schemas.openxmlformats.org/officeDocument/2006/relationships/oleObject" Target="../embeddings/oleObject263.bin"/><Relationship Id="rId12" Type="http://schemas.openxmlformats.org/officeDocument/2006/relationships/image" Target="../media/image276.emf"/><Relationship Id="rId2" Type="http://schemas.openxmlformats.org/officeDocument/2006/relationships/slideLayout" Target="../slideLayouts/slideLayout32.xml"/><Relationship Id="rId1" Type="http://schemas.openxmlformats.org/officeDocument/2006/relationships/vmlDrawing" Target="../drawings/vmlDrawing54.vml"/><Relationship Id="rId6" Type="http://schemas.openxmlformats.org/officeDocument/2006/relationships/image" Target="../media/image273.emf"/><Relationship Id="rId11" Type="http://schemas.openxmlformats.org/officeDocument/2006/relationships/oleObject" Target="../embeddings/oleObject265.bin"/><Relationship Id="rId5" Type="http://schemas.openxmlformats.org/officeDocument/2006/relationships/oleObject" Target="../embeddings/oleObject262.bin"/><Relationship Id="rId10" Type="http://schemas.openxmlformats.org/officeDocument/2006/relationships/image" Target="../media/image275.emf"/><Relationship Id="rId4" Type="http://schemas.openxmlformats.org/officeDocument/2006/relationships/image" Target="../media/image272.emf"/><Relationship Id="rId9" Type="http://schemas.openxmlformats.org/officeDocument/2006/relationships/oleObject" Target="../embeddings/oleObject264.bin"/></Relationships>
</file>

<file path=ppt/slides/_rels/slide6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8.emf"/><Relationship Id="rId3" Type="http://schemas.openxmlformats.org/officeDocument/2006/relationships/notesSlide" Target="../notesSlides/notesSlide25.xml"/><Relationship Id="rId7" Type="http://schemas.openxmlformats.org/officeDocument/2006/relationships/oleObject" Target="../embeddings/oleObject267.bin"/><Relationship Id="rId2" Type="http://schemas.openxmlformats.org/officeDocument/2006/relationships/slideLayout" Target="../slideLayouts/slideLayout42.xml"/><Relationship Id="rId1" Type="http://schemas.openxmlformats.org/officeDocument/2006/relationships/vmlDrawing" Target="../drawings/vmlDrawing55.vml"/><Relationship Id="rId6" Type="http://schemas.openxmlformats.org/officeDocument/2006/relationships/image" Target="../media/image277.emf"/><Relationship Id="rId5" Type="http://schemas.openxmlformats.org/officeDocument/2006/relationships/oleObject" Target="../embeddings/oleObject266.bin"/><Relationship Id="rId4" Type="http://schemas.openxmlformats.org/officeDocument/2006/relationships/image" Target="../media/image279.jpeg"/></Relationships>
</file>

<file path=ppt/slides/_rels/slide6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2.wmf"/><Relationship Id="rId13" Type="http://schemas.openxmlformats.org/officeDocument/2006/relationships/oleObject" Target="../embeddings/oleObject273.bin"/><Relationship Id="rId3" Type="http://schemas.openxmlformats.org/officeDocument/2006/relationships/oleObject" Target="../embeddings/oleObject268.bin"/><Relationship Id="rId7" Type="http://schemas.openxmlformats.org/officeDocument/2006/relationships/oleObject" Target="../embeddings/oleObject270.bin"/><Relationship Id="rId12" Type="http://schemas.openxmlformats.org/officeDocument/2006/relationships/image" Target="../media/image284.wmf"/><Relationship Id="rId2" Type="http://schemas.openxmlformats.org/officeDocument/2006/relationships/slideLayout" Target="../slideLayouts/slideLayout32.xml"/><Relationship Id="rId16" Type="http://schemas.openxmlformats.org/officeDocument/2006/relationships/image" Target="../media/image286.emf"/><Relationship Id="rId1" Type="http://schemas.openxmlformats.org/officeDocument/2006/relationships/vmlDrawing" Target="../drawings/vmlDrawing56.vml"/><Relationship Id="rId6" Type="http://schemas.openxmlformats.org/officeDocument/2006/relationships/image" Target="../media/image281.wmf"/><Relationship Id="rId11" Type="http://schemas.openxmlformats.org/officeDocument/2006/relationships/oleObject" Target="../embeddings/oleObject272.bin"/><Relationship Id="rId5" Type="http://schemas.openxmlformats.org/officeDocument/2006/relationships/oleObject" Target="../embeddings/oleObject269.bin"/><Relationship Id="rId15" Type="http://schemas.openxmlformats.org/officeDocument/2006/relationships/oleObject" Target="../embeddings/oleObject274.bin"/><Relationship Id="rId10" Type="http://schemas.openxmlformats.org/officeDocument/2006/relationships/image" Target="../media/image283.wmf"/><Relationship Id="rId4" Type="http://schemas.openxmlformats.org/officeDocument/2006/relationships/image" Target="../media/image280.wmf"/><Relationship Id="rId9" Type="http://schemas.openxmlformats.org/officeDocument/2006/relationships/oleObject" Target="../embeddings/oleObject271.bin"/><Relationship Id="rId14" Type="http://schemas.openxmlformats.org/officeDocument/2006/relationships/image" Target="../media/image285.wmf"/></Relationships>
</file>

<file path=ppt/slides/_rels/slide6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9.emf"/><Relationship Id="rId3" Type="http://schemas.openxmlformats.org/officeDocument/2006/relationships/oleObject" Target="../embeddings/oleObject275.bin"/><Relationship Id="rId7" Type="http://schemas.openxmlformats.org/officeDocument/2006/relationships/oleObject" Target="../embeddings/oleObject277.bin"/><Relationship Id="rId12" Type="http://schemas.openxmlformats.org/officeDocument/2006/relationships/image" Target="../media/image291.emf"/><Relationship Id="rId2" Type="http://schemas.openxmlformats.org/officeDocument/2006/relationships/slideLayout" Target="../slideLayouts/slideLayout32.xml"/><Relationship Id="rId1" Type="http://schemas.openxmlformats.org/officeDocument/2006/relationships/vmlDrawing" Target="../drawings/vmlDrawing57.vml"/><Relationship Id="rId6" Type="http://schemas.openxmlformats.org/officeDocument/2006/relationships/image" Target="../media/image288.emf"/><Relationship Id="rId11" Type="http://schemas.openxmlformats.org/officeDocument/2006/relationships/oleObject" Target="../embeddings/oleObject279.bin"/><Relationship Id="rId5" Type="http://schemas.openxmlformats.org/officeDocument/2006/relationships/oleObject" Target="../embeddings/oleObject276.bin"/><Relationship Id="rId10" Type="http://schemas.openxmlformats.org/officeDocument/2006/relationships/image" Target="../media/image290.emf"/><Relationship Id="rId4" Type="http://schemas.openxmlformats.org/officeDocument/2006/relationships/image" Target="../media/image287.emf"/><Relationship Id="rId9" Type="http://schemas.openxmlformats.org/officeDocument/2006/relationships/oleObject" Target="../embeddings/oleObject278.bin"/></Relationships>
</file>

<file path=ppt/slides/_rels/slide6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82.bin"/><Relationship Id="rId3" Type="http://schemas.openxmlformats.org/officeDocument/2006/relationships/oleObject" Target="../embeddings/oleObject280.bin"/><Relationship Id="rId7" Type="http://schemas.openxmlformats.org/officeDocument/2006/relationships/image" Target="../media/image293.wmf"/><Relationship Id="rId2" Type="http://schemas.openxmlformats.org/officeDocument/2006/relationships/slideLayout" Target="../slideLayouts/slideLayout32.xml"/><Relationship Id="rId1" Type="http://schemas.openxmlformats.org/officeDocument/2006/relationships/vmlDrawing" Target="../drawings/vmlDrawing58.vml"/><Relationship Id="rId6" Type="http://schemas.openxmlformats.org/officeDocument/2006/relationships/oleObject" Target="../embeddings/oleObject281.bin"/><Relationship Id="rId5" Type="http://schemas.openxmlformats.org/officeDocument/2006/relationships/image" Target="../media/image295.jpeg"/><Relationship Id="rId4" Type="http://schemas.openxmlformats.org/officeDocument/2006/relationships/image" Target="../media/image292.wmf"/><Relationship Id="rId9" Type="http://schemas.openxmlformats.org/officeDocument/2006/relationships/image" Target="../media/image294.wmf"/></Relationships>
</file>

<file path=ppt/slides/_rels/slide7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7.emf"/><Relationship Id="rId3" Type="http://schemas.openxmlformats.org/officeDocument/2006/relationships/notesSlide" Target="../notesSlides/notesSlide26.xml"/><Relationship Id="rId7" Type="http://schemas.openxmlformats.org/officeDocument/2006/relationships/oleObject" Target="../embeddings/oleObject284.bin"/><Relationship Id="rId2" Type="http://schemas.openxmlformats.org/officeDocument/2006/relationships/slideLayout" Target="../slideLayouts/slideLayout32.xml"/><Relationship Id="rId1" Type="http://schemas.openxmlformats.org/officeDocument/2006/relationships/vmlDrawing" Target="../drawings/vmlDrawing59.vml"/><Relationship Id="rId6" Type="http://schemas.openxmlformats.org/officeDocument/2006/relationships/image" Target="../media/image296.wmf"/><Relationship Id="rId5" Type="http://schemas.openxmlformats.org/officeDocument/2006/relationships/oleObject" Target="../embeddings/oleObject283.bin"/><Relationship Id="rId4" Type="http://schemas.openxmlformats.org/officeDocument/2006/relationships/image" Target="../media/image298.jpeg"/></Relationships>
</file>

<file path=ppt/slides/_rels/slide7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87.bin"/><Relationship Id="rId13" Type="http://schemas.openxmlformats.org/officeDocument/2006/relationships/image" Target="../media/image303.emf"/><Relationship Id="rId18" Type="http://schemas.openxmlformats.org/officeDocument/2006/relationships/oleObject" Target="../embeddings/oleObject292.bin"/><Relationship Id="rId3" Type="http://schemas.openxmlformats.org/officeDocument/2006/relationships/image" Target="../media/image307.jpeg"/><Relationship Id="rId7" Type="http://schemas.openxmlformats.org/officeDocument/2006/relationships/image" Target="../media/image300.emf"/><Relationship Id="rId12" Type="http://schemas.openxmlformats.org/officeDocument/2006/relationships/oleObject" Target="../embeddings/oleObject289.bin"/><Relationship Id="rId17" Type="http://schemas.openxmlformats.org/officeDocument/2006/relationships/image" Target="../media/image305.emf"/><Relationship Id="rId2" Type="http://schemas.openxmlformats.org/officeDocument/2006/relationships/slideLayout" Target="../slideLayouts/slideLayout32.xml"/><Relationship Id="rId16" Type="http://schemas.openxmlformats.org/officeDocument/2006/relationships/oleObject" Target="../embeddings/oleObject291.bin"/><Relationship Id="rId1" Type="http://schemas.openxmlformats.org/officeDocument/2006/relationships/vmlDrawing" Target="../drawings/vmlDrawing60.vml"/><Relationship Id="rId6" Type="http://schemas.openxmlformats.org/officeDocument/2006/relationships/oleObject" Target="../embeddings/oleObject286.bin"/><Relationship Id="rId11" Type="http://schemas.openxmlformats.org/officeDocument/2006/relationships/image" Target="../media/image302.emf"/><Relationship Id="rId5" Type="http://schemas.openxmlformats.org/officeDocument/2006/relationships/image" Target="../media/image299.emf"/><Relationship Id="rId15" Type="http://schemas.openxmlformats.org/officeDocument/2006/relationships/image" Target="../media/image304.emf"/><Relationship Id="rId10" Type="http://schemas.openxmlformats.org/officeDocument/2006/relationships/oleObject" Target="../embeddings/oleObject288.bin"/><Relationship Id="rId19" Type="http://schemas.openxmlformats.org/officeDocument/2006/relationships/image" Target="../media/image306.emf"/><Relationship Id="rId4" Type="http://schemas.openxmlformats.org/officeDocument/2006/relationships/oleObject" Target="../embeddings/oleObject285.bin"/><Relationship Id="rId9" Type="http://schemas.openxmlformats.org/officeDocument/2006/relationships/image" Target="../media/image301.emf"/><Relationship Id="rId14" Type="http://schemas.openxmlformats.org/officeDocument/2006/relationships/oleObject" Target="../embeddings/oleObject290.bin"/></Relationships>
</file>

<file path=ppt/slides/_rels/slide7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9.wmf"/><Relationship Id="rId3" Type="http://schemas.openxmlformats.org/officeDocument/2006/relationships/image" Target="../media/image310.jpeg"/><Relationship Id="rId7" Type="http://schemas.openxmlformats.org/officeDocument/2006/relationships/oleObject" Target="../embeddings/oleObject294.bin"/><Relationship Id="rId2" Type="http://schemas.openxmlformats.org/officeDocument/2006/relationships/slideLayout" Target="../slideLayouts/slideLayout32.xml"/><Relationship Id="rId1" Type="http://schemas.openxmlformats.org/officeDocument/2006/relationships/vmlDrawing" Target="../drawings/vmlDrawing61.vml"/><Relationship Id="rId6" Type="http://schemas.openxmlformats.org/officeDocument/2006/relationships/image" Target="../media/image308.emf"/><Relationship Id="rId5" Type="http://schemas.openxmlformats.org/officeDocument/2006/relationships/oleObject" Target="../embeddings/oleObject293.bin"/><Relationship Id="rId4" Type="http://schemas.openxmlformats.org/officeDocument/2006/relationships/image" Target="../media/image311.jpeg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3.jpeg"/><Relationship Id="rId7" Type="http://schemas.openxmlformats.org/officeDocument/2006/relationships/image" Target="../media/image308.emf"/><Relationship Id="rId2" Type="http://schemas.openxmlformats.org/officeDocument/2006/relationships/slideLayout" Target="../slideLayouts/slideLayout32.xml"/><Relationship Id="rId1" Type="http://schemas.openxmlformats.org/officeDocument/2006/relationships/vmlDrawing" Target="../drawings/vmlDrawing62.vml"/><Relationship Id="rId6" Type="http://schemas.openxmlformats.org/officeDocument/2006/relationships/oleObject" Target="../embeddings/oleObject296.bin"/><Relationship Id="rId5" Type="http://schemas.openxmlformats.org/officeDocument/2006/relationships/image" Target="../media/image312.emf"/><Relationship Id="rId4" Type="http://schemas.openxmlformats.org/officeDocument/2006/relationships/oleObject" Target="../embeddings/oleObject295.bin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97.bin"/><Relationship Id="rId2" Type="http://schemas.openxmlformats.org/officeDocument/2006/relationships/slideLayout" Target="../slideLayouts/slideLayout32.xml"/><Relationship Id="rId1" Type="http://schemas.openxmlformats.org/officeDocument/2006/relationships/vmlDrawing" Target="../drawings/vmlDrawing63.vml"/><Relationship Id="rId6" Type="http://schemas.openxmlformats.org/officeDocument/2006/relationships/image" Target="../media/image315.emf"/><Relationship Id="rId5" Type="http://schemas.openxmlformats.org/officeDocument/2006/relationships/oleObject" Target="../embeddings/oleObject298.bin"/><Relationship Id="rId4" Type="http://schemas.openxmlformats.org/officeDocument/2006/relationships/image" Target="../media/image314.emf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99.bin"/><Relationship Id="rId2" Type="http://schemas.openxmlformats.org/officeDocument/2006/relationships/slideLayout" Target="../slideLayouts/slideLayout45.xml"/><Relationship Id="rId1" Type="http://schemas.openxmlformats.org/officeDocument/2006/relationships/vmlDrawing" Target="../drawings/vmlDrawing64.vml"/><Relationship Id="rId6" Type="http://schemas.openxmlformats.org/officeDocument/2006/relationships/image" Target="../media/image317.emf"/><Relationship Id="rId5" Type="http://schemas.openxmlformats.org/officeDocument/2006/relationships/oleObject" Target="../embeddings/oleObject300.bin"/><Relationship Id="rId4" Type="http://schemas.openxmlformats.org/officeDocument/2006/relationships/image" Target="../media/image316.emf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01.bin"/><Relationship Id="rId2" Type="http://schemas.openxmlformats.org/officeDocument/2006/relationships/slideLayout" Target="../slideLayouts/slideLayout42.xml"/><Relationship Id="rId1" Type="http://schemas.openxmlformats.org/officeDocument/2006/relationships/vmlDrawing" Target="../drawings/vmlDrawing65.vml"/><Relationship Id="rId4" Type="http://schemas.openxmlformats.org/officeDocument/2006/relationships/image" Target="../media/image318.emf"/></Relationships>
</file>

<file path=ppt/slides/_rels/slide7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1.wmf"/><Relationship Id="rId13" Type="http://schemas.openxmlformats.org/officeDocument/2006/relationships/oleObject" Target="../embeddings/oleObject307.bin"/><Relationship Id="rId3" Type="http://schemas.openxmlformats.org/officeDocument/2006/relationships/oleObject" Target="../embeddings/oleObject302.bin"/><Relationship Id="rId7" Type="http://schemas.openxmlformats.org/officeDocument/2006/relationships/oleObject" Target="../embeddings/oleObject304.bin"/><Relationship Id="rId12" Type="http://schemas.openxmlformats.org/officeDocument/2006/relationships/image" Target="../media/image323.wmf"/><Relationship Id="rId2" Type="http://schemas.openxmlformats.org/officeDocument/2006/relationships/slideLayout" Target="../slideLayouts/slideLayout42.xml"/><Relationship Id="rId16" Type="http://schemas.openxmlformats.org/officeDocument/2006/relationships/image" Target="../media/image325.wmf"/><Relationship Id="rId1" Type="http://schemas.openxmlformats.org/officeDocument/2006/relationships/vmlDrawing" Target="../drawings/vmlDrawing66.vml"/><Relationship Id="rId6" Type="http://schemas.openxmlformats.org/officeDocument/2006/relationships/image" Target="../media/image320.wmf"/><Relationship Id="rId11" Type="http://schemas.openxmlformats.org/officeDocument/2006/relationships/oleObject" Target="../embeddings/oleObject306.bin"/><Relationship Id="rId5" Type="http://schemas.openxmlformats.org/officeDocument/2006/relationships/oleObject" Target="../embeddings/oleObject303.bin"/><Relationship Id="rId15" Type="http://schemas.openxmlformats.org/officeDocument/2006/relationships/oleObject" Target="../embeddings/oleObject308.bin"/><Relationship Id="rId10" Type="http://schemas.openxmlformats.org/officeDocument/2006/relationships/image" Target="../media/image322.wmf"/><Relationship Id="rId4" Type="http://schemas.openxmlformats.org/officeDocument/2006/relationships/image" Target="../media/image319.wmf"/><Relationship Id="rId9" Type="http://schemas.openxmlformats.org/officeDocument/2006/relationships/oleObject" Target="../embeddings/oleObject305.bin"/><Relationship Id="rId14" Type="http://schemas.openxmlformats.org/officeDocument/2006/relationships/image" Target="../media/image324.wmf"/></Relationships>
</file>

<file path=ppt/slides/_rels/slide7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09.bin"/><Relationship Id="rId2" Type="http://schemas.openxmlformats.org/officeDocument/2006/relationships/slideLayout" Target="../slideLayouts/slideLayout42.xml"/><Relationship Id="rId1" Type="http://schemas.openxmlformats.org/officeDocument/2006/relationships/vmlDrawing" Target="../drawings/vmlDrawing67.vml"/><Relationship Id="rId4" Type="http://schemas.openxmlformats.org/officeDocument/2006/relationships/image" Target="../media/image326.emf"/></Relationships>
</file>

<file path=ppt/slides/_rels/slide7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10.bin"/><Relationship Id="rId2" Type="http://schemas.openxmlformats.org/officeDocument/2006/relationships/slideLayout" Target="../slideLayouts/slideLayout42.xml"/><Relationship Id="rId1" Type="http://schemas.openxmlformats.org/officeDocument/2006/relationships/vmlDrawing" Target="../drawings/vmlDrawing68.vml"/><Relationship Id="rId4" Type="http://schemas.openxmlformats.org/officeDocument/2006/relationships/image" Target="../media/image327.emf"/></Relationships>
</file>

<file path=ppt/slides/_rels/slide8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11.bin"/><Relationship Id="rId2" Type="http://schemas.openxmlformats.org/officeDocument/2006/relationships/slideLayout" Target="../slideLayouts/slideLayout42.xml"/><Relationship Id="rId1" Type="http://schemas.openxmlformats.org/officeDocument/2006/relationships/vmlDrawing" Target="../drawings/vmlDrawing69.vml"/><Relationship Id="rId4" Type="http://schemas.openxmlformats.org/officeDocument/2006/relationships/image" Target="../media/image328.emf"/></Relationships>
</file>

<file path=ppt/slides/_rels/slide8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12.bin"/><Relationship Id="rId2" Type="http://schemas.openxmlformats.org/officeDocument/2006/relationships/slideLayout" Target="../slideLayouts/slideLayout42.xml"/><Relationship Id="rId1" Type="http://schemas.openxmlformats.org/officeDocument/2006/relationships/vmlDrawing" Target="../drawings/vmlDrawing70.vml"/><Relationship Id="rId4" Type="http://schemas.openxmlformats.org/officeDocument/2006/relationships/image" Target="../media/image329.emf"/></Relationships>
</file>

<file path=ppt/slides/_rels/slide8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13.bin"/><Relationship Id="rId2" Type="http://schemas.openxmlformats.org/officeDocument/2006/relationships/slideLayout" Target="../slideLayouts/slideLayout42.xml"/><Relationship Id="rId1" Type="http://schemas.openxmlformats.org/officeDocument/2006/relationships/vmlDrawing" Target="../drawings/vmlDrawing71.vml"/><Relationship Id="rId4" Type="http://schemas.openxmlformats.org/officeDocument/2006/relationships/image" Target="../media/image330.emf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2.xml"/></Relationships>
</file>

<file path=ppt/slides/_rels/slide8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3.wmf"/><Relationship Id="rId13" Type="http://schemas.openxmlformats.org/officeDocument/2006/relationships/oleObject" Target="../embeddings/oleObject319.bin"/><Relationship Id="rId3" Type="http://schemas.openxmlformats.org/officeDocument/2006/relationships/oleObject" Target="../embeddings/oleObject314.bin"/><Relationship Id="rId7" Type="http://schemas.openxmlformats.org/officeDocument/2006/relationships/oleObject" Target="../embeddings/oleObject316.bin"/><Relationship Id="rId12" Type="http://schemas.openxmlformats.org/officeDocument/2006/relationships/image" Target="../media/image335.wmf"/><Relationship Id="rId2" Type="http://schemas.openxmlformats.org/officeDocument/2006/relationships/slideLayout" Target="../slideLayouts/slideLayout32.xml"/><Relationship Id="rId1" Type="http://schemas.openxmlformats.org/officeDocument/2006/relationships/vmlDrawing" Target="../drawings/vmlDrawing72.vml"/><Relationship Id="rId6" Type="http://schemas.openxmlformats.org/officeDocument/2006/relationships/image" Target="../media/image332.wmf"/><Relationship Id="rId11" Type="http://schemas.openxmlformats.org/officeDocument/2006/relationships/oleObject" Target="../embeddings/oleObject318.bin"/><Relationship Id="rId5" Type="http://schemas.openxmlformats.org/officeDocument/2006/relationships/oleObject" Target="../embeddings/oleObject315.bin"/><Relationship Id="rId10" Type="http://schemas.openxmlformats.org/officeDocument/2006/relationships/image" Target="../media/image334.wmf"/><Relationship Id="rId4" Type="http://schemas.openxmlformats.org/officeDocument/2006/relationships/image" Target="../media/image331.wmf"/><Relationship Id="rId9" Type="http://schemas.openxmlformats.org/officeDocument/2006/relationships/oleObject" Target="../embeddings/oleObject317.bin"/><Relationship Id="rId14" Type="http://schemas.openxmlformats.org/officeDocument/2006/relationships/image" Target="../media/image336.wmf"/></Relationships>
</file>

<file path=ppt/slides/_rels/slide8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20.bin"/><Relationship Id="rId2" Type="http://schemas.openxmlformats.org/officeDocument/2006/relationships/slideLayout" Target="../slideLayouts/slideLayout42.xml"/><Relationship Id="rId1" Type="http://schemas.openxmlformats.org/officeDocument/2006/relationships/vmlDrawing" Target="../drawings/vmlDrawing73.vml"/><Relationship Id="rId4" Type="http://schemas.openxmlformats.org/officeDocument/2006/relationships/image" Target="../media/image337.emf"/></Relationships>
</file>

<file path=ppt/slides/_rels/slide8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21.bin"/><Relationship Id="rId2" Type="http://schemas.openxmlformats.org/officeDocument/2006/relationships/slideLayout" Target="../slideLayouts/slideLayout42.xml"/><Relationship Id="rId1" Type="http://schemas.openxmlformats.org/officeDocument/2006/relationships/vmlDrawing" Target="../drawings/vmlDrawing74.vml"/><Relationship Id="rId4" Type="http://schemas.openxmlformats.org/officeDocument/2006/relationships/image" Target="../media/image338.emf"/></Relationships>
</file>

<file path=ppt/slides/_rels/slide8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22.bin"/><Relationship Id="rId2" Type="http://schemas.openxmlformats.org/officeDocument/2006/relationships/slideLayout" Target="../slideLayouts/slideLayout42.xml"/><Relationship Id="rId1" Type="http://schemas.openxmlformats.org/officeDocument/2006/relationships/vmlDrawing" Target="../drawings/vmlDrawing75.vml"/><Relationship Id="rId4" Type="http://schemas.openxmlformats.org/officeDocument/2006/relationships/image" Target="../media/image339.emf"/></Relationships>
</file>

<file path=ppt/slides/_rels/slide8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23.bin"/><Relationship Id="rId2" Type="http://schemas.openxmlformats.org/officeDocument/2006/relationships/slideLayout" Target="../slideLayouts/slideLayout41.xml"/><Relationship Id="rId1" Type="http://schemas.openxmlformats.org/officeDocument/2006/relationships/vmlDrawing" Target="../drawings/vmlDrawing76.vml"/><Relationship Id="rId4" Type="http://schemas.openxmlformats.org/officeDocument/2006/relationships/image" Target="../media/image340.emf"/></Relationships>
</file>

<file path=ppt/slides/_rels/slide8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3.wmf"/><Relationship Id="rId3" Type="http://schemas.openxmlformats.org/officeDocument/2006/relationships/oleObject" Target="../embeddings/oleObject324.bin"/><Relationship Id="rId7" Type="http://schemas.openxmlformats.org/officeDocument/2006/relationships/oleObject" Target="../embeddings/oleObject326.bin"/><Relationship Id="rId2" Type="http://schemas.openxmlformats.org/officeDocument/2006/relationships/slideLayout" Target="../slideLayouts/slideLayout32.xml"/><Relationship Id="rId1" Type="http://schemas.openxmlformats.org/officeDocument/2006/relationships/vmlDrawing" Target="../drawings/vmlDrawing77.vml"/><Relationship Id="rId6" Type="http://schemas.openxmlformats.org/officeDocument/2006/relationships/image" Target="../media/image342.wmf"/><Relationship Id="rId5" Type="http://schemas.openxmlformats.org/officeDocument/2006/relationships/oleObject" Target="../embeddings/oleObject325.bin"/><Relationship Id="rId10" Type="http://schemas.openxmlformats.org/officeDocument/2006/relationships/image" Target="../media/image344.wmf"/><Relationship Id="rId4" Type="http://schemas.openxmlformats.org/officeDocument/2006/relationships/image" Target="../media/image341.wmf"/><Relationship Id="rId9" Type="http://schemas.openxmlformats.org/officeDocument/2006/relationships/oleObject" Target="../embeddings/oleObject327.bin"/></Relationships>
</file>

<file path=ppt/slides/_rels/slide9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7.wmf"/><Relationship Id="rId3" Type="http://schemas.openxmlformats.org/officeDocument/2006/relationships/oleObject" Target="../embeddings/oleObject328.bin"/><Relationship Id="rId7" Type="http://schemas.openxmlformats.org/officeDocument/2006/relationships/oleObject" Target="../embeddings/oleObject330.bin"/><Relationship Id="rId2" Type="http://schemas.openxmlformats.org/officeDocument/2006/relationships/slideLayout" Target="../slideLayouts/slideLayout32.xml"/><Relationship Id="rId1" Type="http://schemas.openxmlformats.org/officeDocument/2006/relationships/vmlDrawing" Target="../drawings/vmlDrawing78.vml"/><Relationship Id="rId6" Type="http://schemas.openxmlformats.org/officeDocument/2006/relationships/image" Target="../media/image346.wmf"/><Relationship Id="rId5" Type="http://schemas.openxmlformats.org/officeDocument/2006/relationships/oleObject" Target="../embeddings/oleObject329.bin"/><Relationship Id="rId4" Type="http://schemas.openxmlformats.org/officeDocument/2006/relationships/image" Target="../media/image345.wmf"/></Relationships>
</file>

<file path=ppt/slides/_rels/slide9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0.wmf"/><Relationship Id="rId13" Type="http://schemas.openxmlformats.org/officeDocument/2006/relationships/oleObject" Target="../embeddings/oleObject336.bin"/><Relationship Id="rId3" Type="http://schemas.openxmlformats.org/officeDocument/2006/relationships/oleObject" Target="../embeddings/oleObject331.bin"/><Relationship Id="rId7" Type="http://schemas.openxmlformats.org/officeDocument/2006/relationships/oleObject" Target="../embeddings/oleObject333.bin"/><Relationship Id="rId12" Type="http://schemas.openxmlformats.org/officeDocument/2006/relationships/image" Target="../media/image352.emf"/><Relationship Id="rId2" Type="http://schemas.openxmlformats.org/officeDocument/2006/relationships/slideLayout" Target="../slideLayouts/slideLayout32.xml"/><Relationship Id="rId1" Type="http://schemas.openxmlformats.org/officeDocument/2006/relationships/vmlDrawing" Target="../drawings/vmlDrawing79.vml"/><Relationship Id="rId6" Type="http://schemas.openxmlformats.org/officeDocument/2006/relationships/image" Target="../media/image349.wmf"/><Relationship Id="rId11" Type="http://schemas.openxmlformats.org/officeDocument/2006/relationships/oleObject" Target="../embeddings/oleObject335.bin"/><Relationship Id="rId5" Type="http://schemas.openxmlformats.org/officeDocument/2006/relationships/oleObject" Target="../embeddings/oleObject332.bin"/><Relationship Id="rId10" Type="http://schemas.openxmlformats.org/officeDocument/2006/relationships/image" Target="../media/image351.wmf"/><Relationship Id="rId4" Type="http://schemas.openxmlformats.org/officeDocument/2006/relationships/image" Target="../media/image348.wmf"/><Relationship Id="rId9" Type="http://schemas.openxmlformats.org/officeDocument/2006/relationships/oleObject" Target="../embeddings/oleObject334.bin"/><Relationship Id="rId14" Type="http://schemas.openxmlformats.org/officeDocument/2006/relationships/image" Target="../media/image353.w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标题 1"/>
          <p:cNvSpPr>
            <a:spLocks noGrp="1"/>
          </p:cNvSpPr>
          <p:nvPr>
            <p:ph type="title"/>
          </p:nvPr>
        </p:nvSpPr>
        <p:spPr>
          <a:xfrm>
            <a:off x="1619250" y="2060575"/>
            <a:ext cx="6686550" cy="1325563"/>
          </a:xfrm>
        </p:spPr>
        <p:txBody>
          <a:bodyPr/>
          <a:lstStyle/>
          <a:p>
            <a:r>
              <a:rPr lang="zh-CN" altLang="en-US" sz="6600" b="1" smtClean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物  理  化  学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971600" y="1412776"/>
            <a:ext cx="7560840" cy="43088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zh-CN" sz="3200" b="1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考试时间</a:t>
            </a:r>
            <a:r>
              <a:rPr lang="en-US" altLang="zh-CN" sz="3200" b="1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: </a:t>
            </a:r>
            <a:endParaRPr lang="en-US" altLang="zh-CN" sz="3200" b="1" smtClean="0">
              <a:solidFill>
                <a:srgbClr val="FF0000"/>
              </a:solidFill>
              <a:latin typeface="Times New Roman" panose="02020603050405020304" pitchFamily="18" charset="0"/>
              <a:ea typeface="黑体" panose="02010609060101010101" pitchFamily="49" charset="-122"/>
            </a:endParaRPr>
          </a:p>
          <a:p>
            <a:r>
              <a:rPr lang="en-US" altLang="zh-CN" sz="3200" b="1" smtClean="0">
                <a:latin typeface="Times New Roman" panose="02020603050405020304" pitchFamily="18" charset="0"/>
                <a:ea typeface="黑体" panose="02010609060101010101" pitchFamily="49" charset="-122"/>
              </a:rPr>
              <a:t> </a:t>
            </a:r>
            <a:r>
              <a:rPr lang="en-US" altLang="zh-CN" sz="3200" b="1">
                <a:latin typeface="Times New Roman" panose="02020603050405020304" pitchFamily="18" charset="0"/>
                <a:ea typeface="黑体" panose="02010609060101010101" pitchFamily="49" charset="-122"/>
              </a:rPr>
              <a:t>2026-01-05 (</a:t>
            </a:r>
            <a:r>
              <a:rPr lang="zh-CN" altLang="zh-CN" sz="3200" b="1">
                <a:latin typeface="Times New Roman" panose="02020603050405020304" pitchFamily="18" charset="0"/>
                <a:ea typeface="黑体" panose="02010609060101010101" pitchFamily="49" charset="-122"/>
              </a:rPr>
              <a:t>星期一</a:t>
            </a:r>
            <a:r>
              <a:rPr lang="en-US" altLang="zh-CN" sz="3200" b="1">
                <a:latin typeface="Times New Roman" panose="02020603050405020304" pitchFamily="18" charset="0"/>
                <a:ea typeface="黑体" panose="02010609060101010101" pitchFamily="49" charset="-122"/>
              </a:rPr>
              <a:t>)  </a:t>
            </a:r>
            <a:r>
              <a:rPr lang="en-US" altLang="zh-CN" sz="3200" b="1" smtClean="0">
                <a:latin typeface="Times New Roman" panose="02020603050405020304" pitchFamily="18" charset="0"/>
                <a:ea typeface="黑体" panose="02010609060101010101" pitchFamily="49" charset="-122"/>
              </a:rPr>
              <a:t>9:30~11:30</a:t>
            </a:r>
          </a:p>
          <a:p>
            <a:endParaRPr lang="zh-CN" altLang="zh-CN" sz="3200" b="1">
              <a:latin typeface="Times New Roman" panose="02020603050405020304" pitchFamily="18" charset="0"/>
              <a:ea typeface="黑体" panose="02010609060101010101" pitchFamily="49" charset="-122"/>
            </a:endParaRPr>
          </a:p>
          <a:p>
            <a:r>
              <a:rPr lang="zh-CN" altLang="zh-CN" sz="3200" b="1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答疑</a:t>
            </a:r>
            <a:r>
              <a:rPr lang="zh-CN" altLang="zh-CN" sz="3200" b="1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时间</a:t>
            </a:r>
            <a:r>
              <a:rPr lang="zh-CN" altLang="zh-CN" sz="3200" b="1" smtClean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：</a:t>
            </a:r>
            <a:endParaRPr lang="en-US" altLang="zh-CN" sz="3200" b="1" smtClean="0">
              <a:solidFill>
                <a:srgbClr val="FF0000"/>
              </a:solidFill>
              <a:latin typeface="Times New Roman" panose="02020603050405020304" pitchFamily="18" charset="0"/>
              <a:ea typeface="黑体" panose="02010609060101010101" pitchFamily="49" charset="-122"/>
            </a:endParaRPr>
          </a:p>
          <a:p>
            <a:r>
              <a:rPr lang="en-US" altLang="zh-CN" sz="3200" b="1" smtClean="0">
                <a:latin typeface="Times New Roman" panose="02020603050405020304" pitchFamily="18" charset="0"/>
                <a:ea typeface="黑体" panose="02010609060101010101" pitchFamily="49" charset="-122"/>
              </a:rPr>
              <a:t>2026-01-04 </a:t>
            </a:r>
            <a:r>
              <a:rPr lang="en-US" altLang="zh-CN" sz="3200" b="1">
                <a:latin typeface="Times New Roman" panose="02020603050405020304" pitchFamily="18" charset="0"/>
                <a:ea typeface="黑体" panose="02010609060101010101" pitchFamily="49" charset="-122"/>
              </a:rPr>
              <a:t>(</a:t>
            </a:r>
            <a:r>
              <a:rPr lang="zh-CN" altLang="zh-CN" sz="3200" b="1">
                <a:latin typeface="Times New Roman" panose="02020603050405020304" pitchFamily="18" charset="0"/>
                <a:ea typeface="黑体" panose="02010609060101010101" pitchFamily="49" charset="-122"/>
              </a:rPr>
              <a:t>星期日</a:t>
            </a:r>
            <a:r>
              <a:rPr lang="en-US" altLang="zh-CN" sz="3200" b="1">
                <a:latin typeface="Times New Roman" panose="02020603050405020304" pitchFamily="18" charset="0"/>
                <a:ea typeface="黑体" panose="02010609060101010101" pitchFamily="49" charset="-122"/>
              </a:rPr>
              <a:t>)  </a:t>
            </a:r>
            <a:r>
              <a:rPr lang="en-US" altLang="zh-CN" sz="3200" b="1" smtClean="0">
                <a:latin typeface="Times New Roman" panose="02020603050405020304" pitchFamily="18" charset="0"/>
                <a:ea typeface="黑体" panose="02010609060101010101" pitchFamily="49" charset="-122"/>
              </a:rPr>
              <a:t>12:00~16:15</a:t>
            </a:r>
          </a:p>
          <a:p>
            <a:endParaRPr lang="zh-CN" altLang="zh-CN" sz="3200" b="1">
              <a:latin typeface="Times New Roman" panose="02020603050405020304" pitchFamily="18" charset="0"/>
              <a:ea typeface="黑体" panose="02010609060101010101" pitchFamily="49" charset="-122"/>
            </a:endParaRPr>
          </a:p>
          <a:p>
            <a:r>
              <a:rPr lang="zh-CN" altLang="zh-CN" sz="3200" b="1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答疑</a:t>
            </a:r>
            <a:r>
              <a:rPr lang="zh-CN" altLang="zh-CN" sz="3200" b="1" smtClean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地点</a:t>
            </a:r>
            <a:r>
              <a:rPr lang="en-US" altLang="zh-CN" sz="3200" b="1" smtClean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: </a:t>
            </a:r>
          </a:p>
          <a:p>
            <a:r>
              <a:rPr lang="en-US" altLang="zh-CN" sz="3200" b="1" smtClean="0">
                <a:latin typeface="Times New Roman" panose="02020603050405020304" pitchFamily="18" charset="0"/>
                <a:ea typeface="黑体" panose="02010609060101010101" pitchFamily="49" charset="-122"/>
              </a:rPr>
              <a:t>A</a:t>
            </a:r>
            <a:r>
              <a:rPr lang="zh-CN" altLang="zh-CN" sz="3200" b="1">
                <a:latin typeface="Times New Roman" panose="02020603050405020304" pitchFamily="18" charset="0"/>
                <a:ea typeface="黑体" panose="02010609060101010101" pitchFamily="49" charset="-122"/>
              </a:rPr>
              <a:t>教</a:t>
            </a:r>
            <a:r>
              <a:rPr lang="en-US" altLang="zh-CN" sz="3200" b="1">
                <a:latin typeface="Times New Roman" panose="02020603050405020304" pitchFamily="18" charset="0"/>
                <a:ea typeface="黑体" panose="02010609060101010101" pitchFamily="49" charset="-122"/>
              </a:rPr>
              <a:t>4</a:t>
            </a:r>
            <a:r>
              <a:rPr lang="zh-CN" altLang="zh-CN" sz="3200" b="1">
                <a:latin typeface="Times New Roman" panose="02020603050405020304" pitchFamily="18" charset="0"/>
                <a:ea typeface="黑体" panose="02010609060101010101" pitchFamily="49" charset="-122"/>
              </a:rPr>
              <a:t>楼教师休息室</a:t>
            </a:r>
          </a:p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577557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42"/>
          <p:cNvSpPr txBox="1">
            <a:spLocks noChangeArrowheads="1"/>
          </p:cNvSpPr>
          <p:nvPr/>
        </p:nvSpPr>
        <p:spPr bwMode="auto">
          <a:xfrm>
            <a:off x="2879725" y="201613"/>
            <a:ext cx="2844800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lang="zh-CN" altLang="en-US" sz="4000" b="1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黑体" pitchFamily="2" charset="-122"/>
              </a:rPr>
              <a:t>平衡篇框架</a:t>
            </a:r>
          </a:p>
        </p:txBody>
      </p:sp>
      <p:sp>
        <p:nvSpPr>
          <p:cNvPr id="27651" name="AutoShape 45"/>
          <p:cNvSpPr>
            <a:spLocks noChangeArrowheads="1"/>
          </p:cNvSpPr>
          <p:nvPr/>
        </p:nvSpPr>
        <p:spPr bwMode="auto">
          <a:xfrm>
            <a:off x="-19050" y="1412875"/>
            <a:ext cx="1914525" cy="3224213"/>
          </a:xfrm>
          <a:prstGeom prst="roundRect">
            <a:avLst>
              <a:gd name="adj" fmla="val 16667"/>
            </a:avLst>
          </a:prstGeom>
          <a:noFill/>
          <a:ln w="9525" cmpd="dbl" algn="ctr">
            <a:solidFill>
              <a:schemeClr val="bg2"/>
            </a:solidFill>
            <a:round/>
            <a:headEnd/>
            <a:tailEnd/>
          </a:ln>
          <a:effectLst>
            <a:prstShdw prst="shdw17" dist="17961" dir="2700000">
              <a:srgbClr val="8B9293"/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200000"/>
              </a:lnSpc>
              <a:spcBef>
                <a:spcPct val="10000"/>
              </a:spcBef>
              <a:buClr>
                <a:schemeClr val="bg1"/>
              </a:buClr>
            </a:pPr>
            <a:r>
              <a:rPr lang="zh-CN" altLang="en-US" sz="2800" b="1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宏观层次</a:t>
            </a:r>
            <a:endParaRPr lang="en-US" altLang="zh-CN" sz="2800" b="1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1" hangingPunct="1">
              <a:lnSpc>
                <a:spcPct val="200000"/>
              </a:lnSpc>
              <a:spcBef>
                <a:spcPct val="10000"/>
              </a:spcBef>
              <a:buClr>
                <a:schemeClr val="bg1"/>
              </a:buClr>
            </a:pPr>
            <a:r>
              <a:rPr lang="zh-CN" altLang="en-US" sz="2800" b="1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平衡规律</a:t>
            </a:r>
            <a:endParaRPr lang="en-US" altLang="zh-CN" sz="2800" b="1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AutoShape 45"/>
          <p:cNvSpPr>
            <a:spLocks noChangeArrowheads="1"/>
          </p:cNvSpPr>
          <p:nvPr/>
        </p:nvSpPr>
        <p:spPr bwMode="auto">
          <a:xfrm>
            <a:off x="2762250" y="3141663"/>
            <a:ext cx="1541463" cy="538162"/>
          </a:xfrm>
          <a:prstGeom prst="roundRect">
            <a:avLst>
              <a:gd name="adj" fmla="val 16667"/>
            </a:avLst>
          </a:prstGeom>
          <a:noFill/>
          <a:ln w="9525" cmpd="dbl" algn="ctr">
            <a:solidFill>
              <a:schemeClr val="bg2"/>
            </a:solidFill>
            <a:round/>
            <a:headEnd/>
            <a:tailEnd/>
          </a:ln>
          <a:effectLst>
            <a:prstShdw prst="shdw17" dist="17961" dir="2700000">
              <a:srgbClr val="8B9293"/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Clr>
                <a:srgbClr val="C00000"/>
              </a:buClr>
            </a:pPr>
            <a:r>
              <a:rPr lang="zh-CN" altLang="en-US" sz="2800" b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物质特性</a:t>
            </a:r>
          </a:p>
        </p:txBody>
      </p:sp>
      <p:sp>
        <p:nvSpPr>
          <p:cNvPr id="7" name="虚尾箭头 6"/>
          <p:cNvSpPr/>
          <p:nvPr/>
        </p:nvSpPr>
        <p:spPr bwMode="auto">
          <a:xfrm>
            <a:off x="2114550" y="1665288"/>
            <a:ext cx="473075" cy="374650"/>
          </a:xfrm>
          <a:prstGeom prst="stripedRightArrow">
            <a:avLst/>
          </a:prstGeom>
          <a:noFill/>
          <a:ln w="25400" cap="flat" cmpd="sng" algn="ctr">
            <a:solidFill>
              <a:schemeClr val="bg2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lIns="90000" tIns="46800" rIns="90000" bIns="46800" anchor="ctr"/>
          <a:lstStyle/>
          <a:p>
            <a:pPr eaLnBrk="1" hangingPunct="1">
              <a:defRPr/>
            </a:pPr>
            <a:endParaRPr lang="zh-CN" altLang="en-US" sz="2800"/>
          </a:p>
        </p:txBody>
      </p:sp>
      <p:sp>
        <p:nvSpPr>
          <p:cNvPr id="8" name="AutoShape 45"/>
          <p:cNvSpPr>
            <a:spLocks noChangeArrowheads="1"/>
          </p:cNvSpPr>
          <p:nvPr/>
        </p:nvSpPr>
        <p:spPr bwMode="auto">
          <a:xfrm>
            <a:off x="4862513" y="2963863"/>
            <a:ext cx="4040187" cy="960437"/>
          </a:xfrm>
          <a:prstGeom prst="roundRect">
            <a:avLst>
              <a:gd name="adj" fmla="val 16667"/>
            </a:avLst>
          </a:prstGeom>
          <a:noFill/>
          <a:ln w="9525" cmpd="dbl" algn="ctr">
            <a:solidFill>
              <a:schemeClr val="bg2"/>
            </a:solidFill>
            <a:round/>
            <a:headEnd/>
            <a:tailEnd/>
          </a:ln>
          <a:effectLst>
            <a:prstShdw prst="shdw17" dist="17961" dir="2700000">
              <a:srgbClr val="8B9293"/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marL="514350" indent="-5143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Clr>
                <a:srgbClr val="C00000"/>
              </a:buClr>
              <a:buFont typeface="黑体" panose="02010609060101010101" pitchFamily="49" charset="-122"/>
              <a:buAutoNum type="circleNumDbPlain"/>
            </a:pPr>
            <a:r>
              <a:rPr lang="en-US" altLang="zh-CN" sz="280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en-US" altLang="zh-CN" sz="2800" i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pVT</a:t>
            </a:r>
            <a:r>
              <a:rPr lang="zh-CN" altLang="en-US" sz="280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关系和热性质</a:t>
            </a:r>
            <a:endParaRPr lang="en-US" altLang="zh-CN" sz="280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eaLnBrk="1" hangingPunct="1">
              <a:buClr>
                <a:srgbClr val="C00000"/>
              </a:buClr>
              <a:buFont typeface="黑体" panose="02010609060101010101" pitchFamily="49" charset="-122"/>
              <a:buAutoNum type="circleNumDbPlain" startAt="3"/>
            </a:pPr>
            <a:r>
              <a:rPr lang="zh-CN" altLang="en-US" sz="280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逸度和活度</a:t>
            </a:r>
          </a:p>
        </p:txBody>
      </p:sp>
      <p:sp>
        <p:nvSpPr>
          <p:cNvPr id="9" name="虚尾箭头 8"/>
          <p:cNvSpPr/>
          <p:nvPr/>
        </p:nvSpPr>
        <p:spPr bwMode="auto">
          <a:xfrm>
            <a:off x="4346575" y="1612900"/>
            <a:ext cx="473075" cy="374650"/>
          </a:xfrm>
          <a:prstGeom prst="stripedRightArrow">
            <a:avLst/>
          </a:prstGeom>
          <a:noFill/>
          <a:ln w="25400" cap="flat" cmpd="sng" algn="ctr">
            <a:solidFill>
              <a:schemeClr val="bg2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lIns="90000" tIns="46800" rIns="90000" bIns="46800" anchor="ctr"/>
          <a:lstStyle/>
          <a:p>
            <a:pPr eaLnBrk="1" hangingPunct="1">
              <a:defRPr/>
            </a:pPr>
            <a:endParaRPr lang="zh-CN" altLang="en-US" sz="2800"/>
          </a:p>
        </p:txBody>
      </p:sp>
      <p:sp>
        <p:nvSpPr>
          <p:cNvPr id="10" name="AutoShape 45"/>
          <p:cNvSpPr>
            <a:spLocks noChangeArrowheads="1"/>
          </p:cNvSpPr>
          <p:nvPr/>
        </p:nvSpPr>
        <p:spPr bwMode="auto">
          <a:xfrm>
            <a:off x="4862513" y="1185863"/>
            <a:ext cx="4173537" cy="1123950"/>
          </a:xfrm>
          <a:prstGeom prst="roundRect">
            <a:avLst>
              <a:gd name="adj" fmla="val 16667"/>
            </a:avLst>
          </a:prstGeom>
          <a:noFill/>
          <a:ln w="9525" cmpd="dbl" algn="ctr">
            <a:solidFill>
              <a:schemeClr val="bg2"/>
            </a:solidFill>
            <a:round/>
            <a:headEnd/>
            <a:tailEnd/>
          </a:ln>
          <a:effectLst>
            <a:prstShdw prst="shdw17" dist="17961" dir="2700000">
              <a:srgbClr val="8B9293"/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marL="514350" indent="-5143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Clr>
                <a:srgbClr val="C00000"/>
              </a:buClr>
              <a:buFont typeface="黑体" panose="02010609060101010101" pitchFamily="49" charset="-122"/>
              <a:buAutoNum type="circleNumDbPlain" startAt="2"/>
            </a:pPr>
            <a:r>
              <a:rPr lang="zh-CN" altLang="en-US" sz="280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热力学定律与基本方程</a:t>
            </a:r>
          </a:p>
          <a:p>
            <a:pPr eaLnBrk="1" hangingPunct="1">
              <a:buClr>
                <a:srgbClr val="C00000"/>
              </a:buClr>
              <a:buFont typeface="黑体" panose="02010609060101010101" pitchFamily="49" charset="-122"/>
              <a:buAutoNum type="circleNumDbPlain" startAt="2"/>
            </a:pPr>
            <a:r>
              <a:rPr lang="zh-CN" altLang="en-US" sz="280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多组分系统热力学</a:t>
            </a:r>
          </a:p>
        </p:txBody>
      </p:sp>
      <p:sp>
        <p:nvSpPr>
          <p:cNvPr id="11" name="虚尾箭头 10"/>
          <p:cNvSpPr/>
          <p:nvPr/>
        </p:nvSpPr>
        <p:spPr bwMode="auto">
          <a:xfrm>
            <a:off x="4351338" y="3252788"/>
            <a:ext cx="473075" cy="374650"/>
          </a:xfrm>
          <a:prstGeom prst="stripedRightArrow">
            <a:avLst/>
          </a:prstGeom>
          <a:noFill/>
          <a:ln w="25400" cap="flat" cmpd="sng" algn="ctr">
            <a:solidFill>
              <a:schemeClr val="bg2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lIns="90000" tIns="46800" rIns="90000" bIns="46800" anchor="ctr"/>
          <a:lstStyle/>
          <a:p>
            <a:pPr eaLnBrk="1" hangingPunct="1">
              <a:defRPr/>
            </a:pPr>
            <a:endParaRPr lang="zh-CN" altLang="en-US" sz="2800"/>
          </a:p>
        </p:txBody>
      </p:sp>
      <p:sp>
        <p:nvSpPr>
          <p:cNvPr id="12" name="AutoShape 45"/>
          <p:cNvSpPr>
            <a:spLocks noChangeArrowheads="1"/>
          </p:cNvSpPr>
          <p:nvPr/>
        </p:nvSpPr>
        <p:spPr bwMode="auto">
          <a:xfrm>
            <a:off x="2695575" y="1481138"/>
            <a:ext cx="1608138" cy="587375"/>
          </a:xfrm>
          <a:prstGeom prst="roundRect">
            <a:avLst>
              <a:gd name="adj" fmla="val 16667"/>
            </a:avLst>
          </a:prstGeom>
          <a:noFill/>
          <a:ln w="9525" cmpd="dbl" algn="ctr">
            <a:solidFill>
              <a:schemeClr val="bg2"/>
            </a:solidFill>
            <a:round/>
            <a:headEnd/>
            <a:tailEnd/>
          </a:ln>
          <a:effectLst>
            <a:prstShdw prst="shdw17" dist="17961" dir="2700000">
              <a:srgbClr val="8B9293"/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Clr>
                <a:srgbClr val="C00000"/>
              </a:buClr>
            </a:pPr>
            <a:r>
              <a:rPr lang="zh-CN" altLang="en-US" sz="2800" b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普遍规律</a:t>
            </a:r>
          </a:p>
        </p:txBody>
      </p:sp>
      <p:sp>
        <p:nvSpPr>
          <p:cNvPr id="13" name="虚尾箭头 12"/>
          <p:cNvSpPr/>
          <p:nvPr/>
        </p:nvSpPr>
        <p:spPr bwMode="auto">
          <a:xfrm>
            <a:off x="2103438" y="3305175"/>
            <a:ext cx="473075" cy="374650"/>
          </a:xfrm>
          <a:prstGeom prst="stripedRightArrow">
            <a:avLst/>
          </a:prstGeom>
          <a:noFill/>
          <a:ln w="25400" cap="flat" cmpd="sng" algn="ctr">
            <a:solidFill>
              <a:schemeClr val="bg2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lIns="90000" tIns="46800" rIns="90000" bIns="46800" anchor="ctr"/>
          <a:lstStyle/>
          <a:p>
            <a:pPr eaLnBrk="1" hangingPunct="1">
              <a:defRPr/>
            </a:pPr>
            <a:endParaRPr lang="zh-CN" altLang="en-US" sz="2800"/>
          </a:p>
        </p:txBody>
      </p:sp>
      <p:sp>
        <p:nvSpPr>
          <p:cNvPr id="14" name="AutoShape 45"/>
          <p:cNvSpPr>
            <a:spLocks noChangeArrowheads="1"/>
          </p:cNvSpPr>
          <p:nvPr/>
        </p:nvSpPr>
        <p:spPr bwMode="auto">
          <a:xfrm>
            <a:off x="4933950" y="4530725"/>
            <a:ext cx="3975100" cy="985838"/>
          </a:xfrm>
          <a:prstGeom prst="roundRect">
            <a:avLst>
              <a:gd name="adj" fmla="val 16667"/>
            </a:avLst>
          </a:prstGeom>
          <a:noFill/>
          <a:ln w="9525" cmpd="dbl" algn="ctr">
            <a:solidFill>
              <a:schemeClr val="bg2"/>
            </a:solidFill>
            <a:round/>
            <a:headEnd/>
            <a:tailEnd/>
          </a:ln>
          <a:effectLst>
            <a:prstShdw prst="shdw17" dist="17961" dir="2700000">
              <a:srgbClr val="8B9293"/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marL="514350" indent="-5143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Clr>
                <a:srgbClr val="C00000"/>
              </a:buClr>
              <a:buFont typeface="黑体" panose="02010609060101010101" pitchFamily="49" charset="-122"/>
              <a:buAutoNum type="circleNumDbPlain" startAt="4"/>
            </a:pPr>
            <a:r>
              <a:rPr lang="zh-CN" altLang="en-US" sz="280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相平衡</a:t>
            </a:r>
            <a:endParaRPr lang="en-US" altLang="zh-CN" sz="280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eaLnBrk="1" hangingPunct="1">
              <a:buClr>
                <a:srgbClr val="C00000"/>
              </a:buClr>
              <a:buFont typeface="黑体" panose="02010609060101010101" pitchFamily="49" charset="-122"/>
              <a:buAutoNum type="circleNumDbPlain" startAt="4"/>
            </a:pPr>
            <a:r>
              <a:rPr lang="zh-CN" altLang="en-US" sz="280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化学平衡</a:t>
            </a:r>
            <a:endParaRPr lang="en-US" altLang="zh-CN" sz="280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5" name="虚尾箭头 14"/>
          <p:cNvSpPr/>
          <p:nvPr/>
        </p:nvSpPr>
        <p:spPr bwMode="auto">
          <a:xfrm>
            <a:off x="4424363" y="4981575"/>
            <a:ext cx="473075" cy="374650"/>
          </a:xfrm>
          <a:prstGeom prst="stripedRightArrow">
            <a:avLst/>
          </a:prstGeom>
          <a:noFill/>
          <a:ln w="25400" cap="flat" cmpd="sng" algn="ctr">
            <a:solidFill>
              <a:schemeClr val="bg2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lIns="90000" tIns="46800" rIns="90000" bIns="46800" anchor="ctr"/>
          <a:lstStyle/>
          <a:p>
            <a:pPr eaLnBrk="1" hangingPunct="1">
              <a:defRPr/>
            </a:pPr>
            <a:endParaRPr lang="zh-CN" altLang="en-US" sz="2800"/>
          </a:p>
        </p:txBody>
      </p:sp>
      <p:sp>
        <p:nvSpPr>
          <p:cNvPr id="16" name="AutoShape 45"/>
          <p:cNvSpPr>
            <a:spLocks noChangeArrowheads="1"/>
          </p:cNvSpPr>
          <p:nvPr/>
        </p:nvSpPr>
        <p:spPr bwMode="auto">
          <a:xfrm>
            <a:off x="2762250" y="4762500"/>
            <a:ext cx="1376363" cy="654050"/>
          </a:xfrm>
          <a:prstGeom prst="roundRect">
            <a:avLst>
              <a:gd name="adj" fmla="val 16667"/>
            </a:avLst>
          </a:prstGeom>
          <a:noFill/>
          <a:ln w="9525" cmpd="dbl" algn="ctr">
            <a:solidFill>
              <a:schemeClr val="bg2"/>
            </a:solidFill>
            <a:round/>
            <a:headEnd/>
            <a:tailEnd/>
          </a:ln>
          <a:effectLst>
            <a:prstShdw prst="shdw17" dist="17961" dir="2700000">
              <a:srgbClr val="8B9293"/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Clr>
                <a:srgbClr val="C00000"/>
              </a:buClr>
            </a:pPr>
            <a:r>
              <a:rPr lang="zh-CN" altLang="en-US" sz="2800" b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应用</a:t>
            </a:r>
          </a:p>
        </p:txBody>
      </p:sp>
      <p:sp>
        <p:nvSpPr>
          <p:cNvPr id="17" name="虚尾箭头 16"/>
          <p:cNvSpPr/>
          <p:nvPr/>
        </p:nvSpPr>
        <p:spPr bwMode="auto">
          <a:xfrm>
            <a:off x="2114550" y="5033963"/>
            <a:ext cx="473075" cy="374650"/>
          </a:xfrm>
          <a:prstGeom prst="stripedRightArrow">
            <a:avLst/>
          </a:prstGeom>
          <a:noFill/>
          <a:ln w="25400" cap="flat" cmpd="sng" algn="ctr">
            <a:solidFill>
              <a:schemeClr val="bg2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lIns="90000" tIns="46800" rIns="90000" bIns="46800" anchor="ctr"/>
          <a:lstStyle/>
          <a:p>
            <a:pPr eaLnBrk="1" hangingPunct="1">
              <a:defRPr/>
            </a:pPr>
            <a:endParaRPr lang="zh-CN" altLang="en-US" sz="28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8" grpId="0" animBg="1"/>
      <p:bldP spid="10" grpId="0" animBg="1"/>
      <p:bldP spid="12" grpId="0" animBg="1"/>
      <p:bldP spid="14" grpId="0" animBg="1"/>
      <p:bldP spid="16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4294967295"/>
          </p:nvPr>
        </p:nvSpPr>
        <p:spPr/>
        <p:txBody>
          <a:bodyPr/>
          <a:lstStyle/>
          <a:p>
            <a:fld id="{D2FC2B68-5994-4716-A3C2-E5D1F4EEBA94}" type="slidenum">
              <a:rPr lang="zh-CN" altLang="en-US"/>
              <a:pPr/>
              <a:t>4</a:t>
            </a:fld>
            <a:endParaRPr lang="en-US" altLang="zh-CN"/>
          </a:p>
        </p:txBody>
      </p:sp>
      <p:sp>
        <p:nvSpPr>
          <p:cNvPr id="5123" name="Rectangle 3"/>
          <p:cNvSpPr>
            <a:spLocks noChangeArrowheads="1"/>
          </p:cNvSpPr>
          <p:nvPr/>
        </p:nvSpPr>
        <p:spPr bwMode="auto">
          <a:xfrm>
            <a:off x="0" y="685800"/>
            <a:ext cx="9144000" cy="49244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indent="174625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/>
            <a:endParaRPr lang="zh-CN" altLang="en-US" sz="3200">
              <a:solidFill>
                <a:srgbClr val="FF0000"/>
              </a:solidFill>
            </a:endParaRPr>
          </a:p>
          <a:p>
            <a:pPr algn="just" eaLnBrk="0" hangingPunct="0"/>
            <a:r>
              <a:rPr lang="zh-CN" altLang="en-US" b="1">
                <a:ea typeface="黑体" panose="02010609060101010101" pitchFamily="49" charset="-122"/>
              </a:rPr>
              <a:t>  </a:t>
            </a:r>
            <a:r>
              <a:rPr lang="zh-CN" altLang="en-US" sz="1400" b="1" smtClean="0">
                <a:ea typeface="黑体" panose="02010609060101010101" pitchFamily="49" charset="-122"/>
              </a:rPr>
              <a:t>   </a:t>
            </a:r>
            <a:r>
              <a:rPr lang="zh-CN" altLang="en-US" sz="2800" b="1" smtClean="0">
                <a:solidFill>
                  <a:srgbClr val="FF0000"/>
                </a:solidFill>
                <a:ea typeface="黑体" panose="02010609060101010101" pitchFamily="49" charset="-122"/>
              </a:rPr>
              <a:t>热力学第一定律</a:t>
            </a:r>
            <a:r>
              <a:rPr lang="zh-CN" altLang="en-US" sz="2800" b="1">
                <a:solidFill>
                  <a:srgbClr val="FF0000"/>
                </a:solidFill>
                <a:ea typeface="黑体" panose="02010609060101010101" pitchFamily="49" charset="-122"/>
              </a:rPr>
              <a:t>的数学表达式</a:t>
            </a:r>
          </a:p>
          <a:p>
            <a:pPr algn="just" eaLnBrk="0" hangingPunct="0"/>
            <a:endParaRPr lang="en-US" altLang="zh-CN" sz="2800" b="1">
              <a:solidFill>
                <a:srgbClr val="FF0000"/>
              </a:solidFill>
              <a:ea typeface="黑体" panose="02010609060101010101" pitchFamily="49" charset="-122"/>
            </a:endParaRPr>
          </a:p>
          <a:p>
            <a:pPr algn="just" eaLnBrk="0" hangingPunct="0"/>
            <a:endParaRPr lang="en-US" altLang="zh-CN" sz="2000" b="1">
              <a:ea typeface="黑体" panose="02010609060101010101" pitchFamily="49" charset="-122"/>
            </a:endParaRPr>
          </a:p>
          <a:p>
            <a:pPr algn="just" eaLnBrk="0" hangingPunct="0"/>
            <a:endParaRPr lang="en-US" altLang="zh-CN" sz="2000" b="1">
              <a:ea typeface="黑体" panose="02010609060101010101" pitchFamily="49" charset="-122"/>
            </a:endParaRPr>
          </a:p>
          <a:p>
            <a:pPr algn="just" eaLnBrk="0" hangingPunct="0"/>
            <a:endParaRPr lang="en-US" altLang="zh-CN" sz="2000" b="1">
              <a:ea typeface="黑体" panose="02010609060101010101" pitchFamily="49" charset="-122"/>
            </a:endParaRPr>
          </a:p>
          <a:p>
            <a:pPr algn="just" eaLnBrk="0" hangingPunct="0"/>
            <a:endParaRPr lang="en-US" altLang="zh-CN" sz="2000" b="1">
              <a:ea typeface="黑体" panose="02010609060101010101" pitchFamily="49" charset="-122"/>
            </a:endParaRPr>
          </a:p>
          <a:p>
            <a:pPr algn="just" eaLnBrk="0" hangingPunct="0"/>
            <a:r>
              <a:rPr lang="zh-CN" altLang="en-US" sz="2000" b="1">
                <a:ea typeface="黑体" panose="02010609060101010101" pitchFamily="49" charset="-122"/>
              </a:rPr>
              <a:t>       </a:t>
            </a:r>
          </a:p>
          <a:p>
            <a:pPr algn="just" eaLnBrk="0" hangingPunct="0"/>
            <a:r>
              <a:rPr lang="zh-CN" altLang="en-US" sz="2000" b="1">
                <a:ea typeface="黑体" panose="02010609060101010101" pitchFamily="49" charset="-122"/>
              </a:rPr>
              <a:t>      </a:t>
            </a:r>
          </a:p>
          <a:p>
            <a:pPr algn="just" eaLnBrk="0" hangingPunct="0"/>
            <a:r>
              <a:rPr lang="zh-CN" altLang="en-US" sz="2000" b="1">
                <a:ea typeface="黑体" panose="02010609060101010101" pitchFamily="49" charset="-122"/>
              </a:rPr>
              <a:t>  </a:t>
            </a:r>
            <a:endParaRPr lang="en-US" altLang="zh-CN" sz="2000" b="1" smtClean="0">
              <a:ea typeface="黑体" panose="02010609060101010101" pitchFamily="49" charset="-122"/>
            </a:endParaRPr>
          </a:p>
          <a:p>
            <a:pPr algn="just" eaLnBrk="0" hangingPunct="0"/>
            <a:endParaRPr lang="en-US" altLang="zh-CN" sz="2000" b="1">
              <a:ea typeface="黑体" panose="02010609060101010101" pitchFamily="49" charset="-122"/>
            </a:endParaRPr>
          </a:p>
          <a:p>
            <a:pPr algn="just" eaLnBrk="0" hangingPunct="0"/>
            <a:r>
              <a:rPr lang="zh-CN" altLang="en-US" sz="2800" b="1" smtClean="0">
                <a:solidFill>
                  <a:srgbClr val="FF0000"/>
                </a:solidFill>
                <a:ea typeface="黑体" panose="02010609060101010101" pitchFamily="49" charset="-122"/>
              </a:rPr>
              <a:t>   焓</a:t>
            </a:r>
            <a:r>
              <a:rPr lang="en-US" altLang="zh-CN" sz="2800" b="1" i="1">
                <a:solidFill>
                  <a:srgbClr val="FF0000"/>
                </a:solidFill>
                <a:ea typeface="黑体" panose="02010609060101010101" pitchFamily="49" charset="-122"/>
              </a:rPr>
              <a:t>H</a:t>
            </a:r>
            <a:endParaRPr lang="en-US" altLang="zh-CN" sz="2800">
              <a:solidFill>
                <a:srgbClr val="FF0000"/>
              </a:solidFill>
            </a:endParaRPr>
          </a:p>
          <a:p>
            <a:pPr algn="just" eaLnBrk="0" hangingPunct="0"/>
            <a:r>
              <a:rPr lang="en-US" altLang="zh-CN" sz="1400">
                <a:ea typeface="黑体" panose="02010609060101010101" pitchFamily="49" charset="-122"/>
              </a:rPr>
              <a:t> </a:t>
            </a:r>
            <a:endParaRPr lang="en-US" altLang="zh-CN" sz="1000"/>
          </a:p>
          <a:p>
            <a:pPr eaLnBrk="0" hangingPunct="0"/>
            <a:endParaRPr lang="en-US" altLang="zh-CN"/>
          </a:p>
        </p:txBody>
      </p:sp>
      <p:graphicFrame>
        <p:nvGraphicFramePr>
          <p:cNvPr id="5122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81313548"/>
              </p:ext>
            </p:extLst>
          </p:nvPr>
        </p:nvGraphicFramePr>
        <p:xfrm>
          <a:off x="1763688" y="1844824"/>
          <a:ext cx="6534198" cy="424847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2833" name="公式" r:id="rId3" imgW="2755800" imgH="1790640" progId="Equation.3">
                  <p:embed/>
                </p:oleObj>
              </mc:Choice>
              <mc:Fallback>
                <p:oleObj name="公式" r:id="rId3" imgW="2755800" imgH="1790640" progId="Equation.3">
                  <p:embed/>
                  <p:pic>
                    <p:nvPicPr>
                      <p:cNvPr id="5122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63688" y="1844824"/>
                        <a:ext cx="6534198" cy="4248472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文本框 1"/>
          <p:cNvSpPr txBox="1"/>
          <p:nvPr/>
        </p:nvSpPr>
        <p:spPr>
          <a:xfrm>
            <a:off x="1259632" y="188640"/>
            <a:ext cx="432048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b="1" smtClean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热力学第一定律</a:t>
            </a:r>
            <a:endParaRPr lang="zh-CN" altLang="en-US" sz="3600" b="1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aphicFrame>
        <p:nvGraphicFramePr>
          <p:cNvPr id="6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35699246"/>
              </p:ext>
            </p:extLst>
          </p:nvPr>
        </p:nvGraphicFramePr>
        <p:xfrm>
          <a:off x="4355976" y="5483696"/>
          <a:ext cx="2787650" cy="609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2834" name="公式" r:id="rId5" imgW="1083245" imgH="217802" progId="Equation.3">
                  <p:embed/>
                </p:oleObj>
              </mc:Choice>
              <mc:Fallback>
                <p:oleObj name="公式" r:id="rId5" imgW="1083245" imgH="217802" progId="Equation.3">
                  <p:embed/>
                  <p:pic>
                    <p:nvPicPr>
                      <p:cNvPr id="16389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55976" y="5483696"/>
                        <a:ext cx="2787650" cy="609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1375505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Text Box 4"/>
          <p:cNvSpPr txBox="1">
            <a:spLocks noChangeArrowheads="1"/>
          </p:cNvSpPr>
          <p:nvPr/>
        </p:nvSpPr>
        <p:spPr bwMode="auto">
          <a:xfrm>
            <a:off x="731838" y="1698625"/>
            <a:ext cx="8353425" cy="9540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en-US" altLang="zh-CN" sz="2800" b="1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  </a:t>
            </a:r>
            <a:r>
              <a:rPr kumimoji="1" lang="zh-CN" altLang="en-US" sz="2800" b="1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从一个热源吸热，使之完全转化为功，而不产生</a:t>
            </a:r>
            <a:r>
              <a:rPr kumimoji="1" lang="zh-CN" altLang="en-US" sz="2800" b="1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其它变化</a:t>
            </a:r>
            <a:r>
              <a:rPr kumimoji="1" lang="zh-CN" altLang="en-US" sz="2800" b="1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是不可能的</a:t>
            </a:r>
            <a:r>
              <a:rPr kumimoji="1" lang="zh-CN" altLang="en-US" sz="2800" b="1">
                <a:solidFill>
                  <a:srgbClr val="0000CC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。</a:t>
            </a:r>
            <a:r>
              <a:rPr kumimoji="1" lang="zh-CN" altLang="en-US" sz="2800" b="1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      </a:t>
            </a:r>
          </a:p>
        </p:txBody>
      </p:sp>
      <p:sp>
        <p:nvSpPr>
          <p:cNvPr id="29699" name="Rectangle 6"/>
          <p:cNvSpPr>
            <a:spLocks noChangeArrowheads="1"/>
          </p:cNvSpPr>
          <p:nvPr/>
        </p:nvSpPr>
        <p:spPr bwMode="auto">
          <a:xfrm>
            <a:off x="636588" y="3633788"/>
            <a:ext cx="8245475" cy="11255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kumimoji="1" lang="zh-CN" altLang="en-US" sz="2800" b="1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  热从低温物体传给高温物体而不产生</a:t>
            </a:r>
            <a:r>
              <a:rPr kumimoji="1" lang="zh-CN" altLang="en-US" sz="2800" b="1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其它变化</a:t>
            </a:r>
            <a:r>
              <a:rPr kumimoji="1" lang="zh-CN" altLang="en-US" sz="2800" b="1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是不可能的。 </a:t>
            </a:r>
          </a:p>
        </p:txBody>
      </p:sp>
      <p:sp>
        <p:nvSpPr>
          <p:cNvPr id="29700" name="Text Box 19"/>
          <p:cNvSpPr txBox="1">
            <a:spLocks noChangeArrowheads="1"/>
          </p:cNvSpPr>
          <p:nvPr/>
        </p:nvSpPr>
        <p:spPr bwMode="auto">
          <a:xfrm>
            <a:off x="1947863" y="133350"/>
            <a:ext cx="4064000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zh-CN" altLang="en-US" sz="4000" b="1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热力学第二定律</a:t>
            </a:r>
          </a:p>
        </p:txBody>
      </p:sp>
      <p:sp>
        <p:nvSpPr>
          <p:cNvPr id="29701" name="Rectangle 21"/>
          <p:cNvSpPr>
            <a:spLocks noChangeArrowheads="1"/>
          </p:cNvSpPr>
          <p:nvPr/>
        </p:nvSpPr>
        <p:spPr bwMode="auto">
          <a:xfrm>
            <a:off x="517525" y="1249363"/>
            <a:ext cx="3240088" cy="523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zh-CN" altLang="zh-CN" sz="2800" b="1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开尔文说法</a:t>
            </a:r>
            <a:endParaRPr kumimoji="1" lang="zh-CN" altLang="en-US" sz="2800" b="1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9702" name="Rectangle 22"/>
          <p:cNvSpPr>
            <a:spLocks noChangeArrowheads="1"/>
          </p:cNvSpPr>
          <p:nvPr/>
        </p:nvSpPr>
        <p:spPr bwMode="auto">
          <a:xfrm>
            <a:off x="395288" y="3086100"/>
            <a:ext cx="2690812" cy="523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zh-CN" sz="2800" b="1">
                <a:solidFill>
                  <a:srgbClr val="FF0000"/>
                </a:solidFill>
                <a:ea typeface="黑体" panose="02010609060101010101" pitchFamily="49" charset="-122"/>
              </a:rPr>
              <a:t>克劳修斯说法</a:t>
            </a:r>
            <a:endParaRPr lang="zh-CN" altLang="en-US" sz="2800" b="1">
              <a:solidFill>
                <a:srgbClr val="FF0000"/>
              </a:solidFill>
              <a:ea typeface="黑体" panose="02010609060101010101" pitchFamily="49" charset="-122"/>
            </a:endParaRPr>
          </a:p>
        </p:txBody>
      </p:sp>
      <p:graphicFrame>
        <p:nvGraphicFramePr>
          <p:cNvPr id="29703" name="Object 13"/>
          <p:cNvGraphicFramePr>
            <a:graphicFrameLocks noChangeAspect="1"/>
          </p:cNvGraphicFramePr>
          <p:nvPr/>
        </p:nvGraphicFramePr>
        <p:xfrm>
          <a:off x="2252663" y="5084763"/>
          <a:ext cx="3454400" cy="10080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713" name="公式" r:id="rId3" imgW="1524000" imgH="444500" progId="Equation.3">
                  <p:embed/>
                </p:oleObj>
              </mc:Choice>
              <mc:Fallback>
                <p:oleObj name="公式" r:id="rId3" imgW="1524000" imgH="444500" progId="Equation.3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52663" y="5084763"/>
                        <a:ext cx="3454400" cy="10080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slow">
    <p:wipe dir="d"/>
  </p:transition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0722" name="Object 8"/>
          <p:cNvGraphicFramePr>
            <a:graphicFrameLocks noChangeAspect="1"/>
          </p:cNvGraphicFramePr>
          <p:nvPr/>
        </p:nvGraphicFramePr>
        <p:xfrm>
          <a:off x="2124075" y="2143125"/>
          <a:ext cx="3600450" cy="850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90" name="公式" r:id="rId3" imgW="1708909" imgH="402646" progId="Equation.3">
                  <p:embed/>
                </p:oleObj>
              </mc:Choice>
              <mc:Fallback>
                <p:oleObj name="公式" r:id="rId3" imgW="1708909" imgH="402646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24075" y="2143125"/>
                        <a:ext cx="3600450" cy="850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723" name="Object 9"/>
          <p:cNvGraphicFramePr>
            <a:graphicFrameLocks noChangeAspect="1"/>
          </p:cNvGraphicFramePr>
          <p:nvPr/>
        </p:nvGraphicFramePr>
        <p:xfrm>
          <a:off x="2544763" y="1138238"/>
          <a:ext cx="1701800" cy="9350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91" name="公式" r:id="rId5" imgW="729491" imgH="402646" progId="Equation.3">
                  <p:embed/>
                </p:oleObj>
              </mc:Choice>
              <mc:Fallback>
                <p:oleObj name="公式" r:id="rId5" imgW="729491" imgH="402646" progId="Equation.3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44763" y="1138238"/>
                        <a:ext cx="1701800" cy="9350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724" name="Text Box 33"/>
          <p:cNvSpPr txBox="1">
            <a:spLocks noChangeArrowheads="1"/>
          </p:cNvSpPr>
          <p:nvPr/>
        </p:nvSpPr>
        <p:spPr bwMode="auto">
          <a:xfrm>
            <a:off x="1187450" y="250825"/>
            <a:ext cx="5118100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zh-CN" altLang="en-US" sz="4000" b="1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熵与克劳修斯不等式</a:t>
            </a:r>
          </a:p>
        </p:txBody>
      </p:sp>
      <p:sp>
        <p:nvSpPr>
          <p:cNvPr id="30725" name="Rectangle 35"/>
          <p:cNvSpPr>
            <a:spLocks noChangeArrowheads="1"/>
          </p:cNvSpPr>
          <p:nvPr/>
        </p:nvSpPr>
        <p:spPr bwMode="auto">
          <a:xfrm>
            <a:off x="395288" y="1341438"/>
            <a:ext cx="2339975" cy="523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 b="1">
                <a:solidFill>
                  <a:srgbClr val="FF0000"/>
                </a:solidFill>
                <a:ea typeface="黑体" panose="02010609060101010101" pitchFamily="49" charset="-122"/>
              </a:rPr>
              <a:t>熵的定义</a:t>
            </a:r>
          </a:p>
        </p:txBody>
      </p:sp>
      <p:grpSp>
        <p:nvGrpSpPr>
          <p:cNvPr id="30726" name="组合 1"/>
          <p:cNvGrpSpPr>
            <a:grpSpLocks/>
          </p:cNvGrpSpPr>
          <p:nvPr/>
        </p:nvGrpSpPr>
        <p:grpSpPr bwMode="auto">
          <a:xfrm>
            <a:off x="395288" y="3219450"/>
            <a:ext cx="7596187" cy="2374900"/>
            <a:chOff x="5786094" y="-46796"/>
            <a:chExt cx="7596189" cy="2374900"/>
          </a:xfrm>
        </p:grpSpPr>
        <p:graphicFrame>
          <p:nvGraphicFramePr>
            <p:cNvPr id="30727" name="Object 10"/>
            <p:cNvGraphicFramePr>
              <a:graphicFrameLocks noChangeAspect="1"/>
            </p:cNvGraphicFramePr>
            <p:nvPr/>
          </p:nvGraphicFramePr>
          <p:xfrm>
            <a:off x="7044983" y="745367"/>
            <a:ext cx="2501900" cy="6921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792" name="公式" r:id="rId7" imgW="1328099" imgH="348280" progId="Equation.3">
                    <p:embed/>
                  </p:oleObj>
                </mc:Choice>
                <mc:Fallback>
                  <p:oleObj name="公式" r:id="rId7" imgW="1328099" imgH="348280" progId="Equation.3">
                    <p:embed/>
                    <p:pic>
                      <p:nvPicPr>
                        <p:cNvPr id="0" name="Object 1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044983" y="745367"/>
                          <a:ext cx="2501900" cy="69215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0728" name="Object 11"/>
            <p:cNvGraphicFramePr>
              <a:graphicFrameLocks noChangeAspect="1"/>
            </p:cNvGraphicFramePr>
            <p:nvPr/>
          </p:nvGraphicFramePr>
          <p:xfrm>
            <a:off x="7118008" y="1537529"/>
            <a:ext cx="2141537" cy="76676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793" name="公式" r:id="rId9" imgW="1023384" imgH="348280" progId="Equation.3">
                    <p:embed/>
                  </p:oleObj>
                </mc:Choice>
                <mc:Fallback>
                  <p:oleObj name="公式" r:id="rId9" imgW="1023384" imgH="348280" progId="Equation.3">
                    <p:embed/>
                    <p:pic>
                      <p:nvPicPr>
                        <p:cNvPr id="0" name="Object 1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118008" y="1537529"/>
                          <a:ext cx="2141537" cy="76676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0729" name="Text Box 12"/>
            <p:cNvSpPr txBox="1">
              <a:spLocks noChangeArrowheads="1"/>
            </p:cNvSpPr>
            <p:nvPr/>
          </p:nvSpPr>
          <p:spPr bwMode="auto">
            <a:xfrm>
              <a:off x="9762783" y="1311108"/>
              <a:ext cx="1219200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kumimoji="1" lang="zh-CN" altLang="en-US" sz="2400" b="1">
                  <a:solidFill>
                    <a:srgbClr val="0000FF"/>
                  </a:solidFill>
                  <a:latin typeface="Times New Roman" panose="02020603050405020304" pitchFamily="18" charset="0"/>
                  <a:ea typeface="黑体" panose="02010609060101010101" pitchFamily="49" charset="-122"/>
                </a:rPr>
                <a:t>或</a:t>
              </a:r>
            </a:p>
          </p:txBody>
        </p:sp>
        <p:grpSp>
          <p:nvGrpSpPr>
            <p:cNvPr id="30730" name="Group 13"/>
            <p:cNvGrpSpPr>
              <a:grpSpLocks/>
            </p:cNvGrpSpPr>
            <p:nvPr/>
          </p:nvGrpSpPr>
          <p:grpSpPr bwMode="auto">
            <a:xfrm>
              <a:off x="10934358" y="961267"/>
              <a:ext cx="2232025" cy="1108075"/>
              <a:chOff x="3168" y="3024"/>
              <a:chExt cx="1478" cy="749"/>
            </a:xfrm>
          </p:grpSpPr>
          <p:graphicFrame>
            <p:nvGraphicFramePr>
              <p:cNvPr id="30734" name="Object 14"/>
              <p:cNvGraphicFramePr>
                <a:graphicFrameLocks noChangeAspect="1"/>
              </p:cNvGraphicFramePr>
              <p:nvPr/>
            </p:nvGraphicFramePr>
            <p:xfrm>
              <a:off x="3168" y="3024"/>
              <a:ext cx="1478" cy="317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0794" name="公式" r:id="rId11" imgW="1061262" imgH="223239" progId="Equation.3">
                      <p:embed/>
                    </p:oleObj>
                  </mc:Choice>
                  <mc:Fallback>
                    <p:oleObj name="公式" r:id="rId11" imgW="1061262" imgH="223239" progId="Equation.3">
                      <p:embed/>
                      <p:pic>
                        <p:nvPicPr>
                          <p:cNvPr id="0" name="Object 14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2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168" y="3024"/>
                            <a:ext cx="1478" cy="317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chemeClr val="tx1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chemeClr val="bg2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30735" name="Object 15"/>
              <p:cNvGraphicFramePr>
                <a:graphicFrameLocks noChangeAspect="1"/>
              </p:cNvGraphicFramePr>
              <p:nvPr/>
            </p:nvGraphicFramePr>
            <p:xfrm>
              <a:off x="3168" y="3456"/>
              <a:ext cx="1338" cy="317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0795" name="公式" r:id="rId13" imgW="958112" imgH="223239" progId="Equation.3">
                      <p:embed/>
                    </p:oleObj>
                  </mc:Choice>
                  <mc:Fallback>
                    <p:oleObj name="公式" r:id="rId13" imgW="958112" imgH="223239" progId="Equation.3">
                      <p:embed/>
                      <p:pic>
                        <p:nvPicPr>
                          <p:cNvPr id="0" name="Object 15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4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168" y="3456"/>
                            <a:ext cx="1338" cy="317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chemeClr val="tx1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chemeClr val="bg2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sp>
          <p:nvSpPr>
            <p:cNvPr id="30731" name="AutoShape 24"/>
            <p:cNvSpPr>
              <a:spLocks noChangeArrowheads="1"/>
            </p:cNvSpPr>
            <p:nvPr/>
          </p:nvSpPr>
          <p:spPr bwMode="auto">
            <a:xfrm>
              <a:off x="6829083" y="672342"/>
              <a:ext cx="2808287" cy="1655762"/>
            </a:xfrm>
            <a:prstGeom prst="roundRect">
              <a:avLst>
                <a:gd name="adj" fmla="val 16667"/>
              </a:avLst>
            </a:prstGeom>
            <a:noFill/>
            <a:ln w="38100" cmpd="dbl" algn="ctr">
              <a:solidFill>
                <a:srgbClr val="9933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b="1"/>
            </a:p>
          </p:txBody>
        </p:sp>
        <p:sp>
          <p:nvSpPr>
            <p:cNvPr id="30732" name="AutoShape 25"/>
            <p:cNvSpPr>
              <a:spLocks noChangeArrowheads="1"/>
            </p:cNvSpPr>
            <p:nvPr/>
          </p:nvSpPr>
          <p:spPr bwMode="auto">
            <a:xfrm>
              <a:off x="10573995" y="600904"/>
              <a:ext cx="2808288" cy="1655763"/>
            </a:xfrm>
            <a:prstGeom prst="roundRect">
              <a:avLst>
                <a:gd name="adj" fmla="val 16667"/>
              </a:avLst>
            </a:prstGeom>
            <a:noFill/>
            <a:ln w="38100" cmpd="dbl" algn="ctr">
              <a:solidFill>
                <a:srgbClr val="9933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b="1"/>
            </a:p>
          </p:txBody>
        </p:sp>
        <p:sp>
          <p:nvSpPr>
            <p:cNvPr id="30733" name="Rectangle 41"/>
            <p:cNvSpPr>
              <a:spLocks noChangeArrowheads="1"/>
            </p:cNvSpPr>
            <p:nvPr/>
          </p:nvSpPr>
          <p:spPr bwMode="auto">
            <a:xfrm>
              <a:off x="5786094" y="-46796"/>
              <a:ext cx="6043614" cy="5238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kumimoji="1" lang="zh-CN" altLang="en-US" sz="2800" b="1">
                  <a:solidFill>
                    <a:srgbClr val="FF0000"/>
                  </a:solidFill>
                  <a:ea typeface="黑体" panose="02010609060101010101" pitchFamily="49" charset="-122"/>
                </a:rPr>
                <a:t>克劳修斯不等式及不可逆程度</a:t>
              </a:r>
            </a:p>
          </p:txBody>
        </p:sp>
      </p:grpSp>
    </p:spTree>
  </p:cSld>
  <p:clrMapOvr>
    <a:masterClrMapping/>
  </p:clrMapOvr>
  <p:transition spd="slow">
    <p:wipe dir="d"/>
  </p:transition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Text Box 17"/>
          <p:cNvSpPr txBox="1">
            <a:spLocks noChangeArrowheads="1"/>
          </p:cNvSpPr>
          <p:nvPr/>
        </p:nvSpPr>
        <p:spPr bwMode="auto">
          <a:xfrm>
            <a:off x="1116013" y="119063"/>
            <a:ext cx="3975100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zh-CN" altLang="en-US" sz="4000" b="1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热力学第三定律</a:t>
            </a:r>
          </a:p>
        </p:txBody>
      </p:sp>
      <p:sp>
        <p:nvSpPr>
          <p:cNvPr id="31747" name="Rectangle 22"/>
          <p:cNvSpPr>
            <a:spLocks noChangeArrowheads="1"/>
          </p:cNvSpPr>
          <p:nvPr/>
        </p:nvSpPr>
        <p:spPr bwMode="auto">
          <a:xfrm>
            <a:off x="468313" y="3119438"/>
            <a:ext cx="5905500" cy="5222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zh-CN" altLang="en-US" sz="2800" b="1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路易斯和吉布逊的修正</a:t>
            </a:r>
            <a:r>
              <a:rPr kumimoji="1" lang="en-US" altLang="zh-CN" sz="2800" b="1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(1920)</a:t>
            </a:r>
          </a:p>
        </p:txBody>
      </p:sp>
      <p:sp>
        <p:nvSpPr>
          <p:cNvPr id="31748" name="Rectangle 23"/>
          <p:cNvSpPr>
            <a:spLocks noChangeArrowheads="1"/>
          </p:cNvSpPr>
          <p:nvPr/>
        </p:nvSpPr>
        <p:spPr bwMode="auto">
          <a:xfrm>
            <a:off x="869950" y="3783013"/>
            <a:ext cx="6369050" cy="5222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en-US" altLang="zh-CN" sz="2800" b="1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0K</a:t>
            </a:r>
            <a:r>
              <a:rPr kumimoji="1" lang="zh-CN" altLang="en-US" sz="2800" b="1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时，纯物质完美晶体的熵值等于零。</a:t>
            </a:r>
          </a:p>
        </p:txBody>
      </p:sp>
      <p:sp>
        <p:nvSpPr>
          <p:cNvPr id="31749" name="Rectangle 24"/>
          <p:cNvSpPr>
            <a:spLocks noChangeArrowheads="1"/>
          </p:cNvSpPr>
          <p:nvPr/>
        </p:nvSpPr>
        <p:spPr bwMode="auto">
          <a:xfrm>
            <a:off x="468313" y="1373188"/>
            <a:ext cx="3511550" cy="5222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zh-CN" altLang="en-US" sz="2800" b="1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西蒙的修正</a:t>
            </a:r>
            <a:r>
              <a:rPr kumimoji="1" lang="en-US" altLang="zh-CN" sz="2800" b="1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(1927)</a:t>
            </a:r>
          </a:p>
        </p:txBody>
      </p:sp>
      <p:sp>
        <p:nvSpPr>
          <p:cNvPr id="31750" name="Text Box 25"/>
          <p:cNvSpPr txBox="1">
            <a:spLocks noChangeArrowheads="1"/>
          </p:cNvSpPr>
          <p:nvPr/>
        </p:nvSpPr>
        <p:spPr bwMode="auto">
          <a:xfrm>
            <a:off x="468313" y="1949450"/>
            <a:ext cx="8640762" cy="9540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zh-CN" altLang="en-US" sz="2800" b="1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当温度趋于</a:t>
            </a:r>
            <a:r>
              <a:rPr kumimoji="1" lang="en-US" altLang="zh-CN" sz="2800" b="1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0K</a:t>
            </a:r>
            <a:r>
              <a:rPr kumimoji="1" lang="zh-CN" altLang="en-US" sz="2800" b="1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，系统中所有处于内部平衡的状态之间，熵变趋于零。</a:t>
            </a:r>
          </a:p>
        </p:txBody>
      </p:sp>
      <p:sp>
        <p:nvSpPr>
          <p:cNvPr id="1127453" name="Text Box 29"/>
          <p:cNvSpPr txBox="1">
            <a:spLocks noChangeArrowheads="1"/>
          </p:cNvSpPr>
          <p:nvPr/>
        </p:nvSpPr>
        <p:spPr bwMode="auto">
          <a:xfrm>
            <a:off x="395288" y="4737100"/>
            <a:ext cx="9039225" cy="523875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chemeClr val="bg1">
                <a:gamma/>
                <a:shade val="60000"/>
                <a:invGamma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zh-CN" altLang="en-US" sz="2800" b="1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推论：</a:t>
            </a:r>
            <a:r>
              <a:rPr lang="zh-CN" altLang="en-US" sz="2800" b="1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当温度趋于</a:t>
            </a:r>
            <a:r>
              <a:rPr lang="en-US" altLang="zh-CN" sz="2800" b="1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0K</a:t>
            </a:r>
            <a:r>
              <a:rPr lang="zh-CN" altLang="en-US" sz="2800" b="1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时，凝聚相纯物质的热容趋于零。</a:t>
            </a: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灯片编号占位符 3"/>
          <p:cNvSpPr>
            <a:spLocks noGrp="1"/>
          </p:cNvSpPr>
          <p:nvPr>
            <p:ph type="sldNum" sz="quarter" idx="4294967295"/>
          </p:nvPr>
        </p:nvSpPr>
        <p:spPr bwMode="auto">
          <a:xfrm>
            <a:off x="7010400" y="6318250"/>
            <a:ext cx="2133600" cy="47625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A7391805-3E0B-45EE-BBE2-27EDD4D9F126}" type="slidenum">
              <a:rPr lang="en-US" altLang="zh-CN" sz="1400" smtClean="0"/>
              <a:pPr/>
              <a:t>8</a:t>
            </a:fld>
            <a:endParaRPr lang="en-US" altLang="zh-CN" sz="1400" smtClean="0"/>
          </a:p>
        </p:txBody>
      </p:sp>
      <p:sp>
        <p:nvSpPr>
          <p:cNvPr id="33795" name="AutoShape 2"/>
          <p:cNvSpPr>
            <a:spLocks noChangeArrowheads="1"/>
          </p:cNvSpPr>
          <p:nvPr/>
        </p:nvSpPr>
        <p:spPr bwMode="auto">
          <a:xfrm>
            <a:off x="803275" y="2513013"/>
            <a:ext cx="2535238" cy="2066925"/>
          </a:xfrm>
          <a:prstGeom prst="roundRect">
            <a:avLst>
              <a:gd name="adj" fmla="val 6875"/>
            </a:avLst>
          </a:prstGeom>
          <a:solidFill>
            <a:srgbClr val="EAEAEA"/>
          </a:solidFill>
          <a:ln w="9525">
            <a:solidFill>
              <a:schemeClr val="bg2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 sz="2800"/>
          </a:p>
        </p:txBody>
      </p:sp>
      <p:sp>
        <p:nvSpPr>
          <p:cNvPr id="33796" name="AutoShape 3"/>
          <p:cNvSpPr>
            <a:spLocks noChangeArrowheads="1"/>
          </p:cNvSpPr>
          <p:nvPr/>
        </p:nvSpPr>
        <p:spPr bwMode="auto">
          <a:xfrm>
            <a:off x="757238" y="1393825"/>
            <a:ext cx="2627312" cy="725488"/>
          </a:xfrm>
          <a:prstGeom prst="roundRect">
            <a:avLst>
              <a:gd name="adj" fmla="val 16667"/>
            </a:avLst>
          </a:prstGeom>
          <a:solidFill>
            <a:srgbClr val="EAEAEA"/>
          </a:solidFill>
          <a:ln w="9525">
            <a:solidFill>
              <a:schemeClr val="bg2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 sz="2800"/>
          </a:p>
        </p:txBody>
      </p:sp>
      <p:sp>
        <p:nvSpPr>
          <p:cNvPr id="33797" name="Text Box 4"/>
          <p:cNvSpPr txBox="1">
            <a:spLocks noChangeArrowheads="1"/>
          </p:cNvSpPr>
          <p:nvPr/>
        </p:nvSpPr>
        <p:spPr bwMode="auto">
          <a:xfrm>
            <a:off x="1042988" y="352425"/>
            <a:ext cx="6481762" cy="646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/>
            <a:r>
              <a:rPr kumimoji="1" lang="zh-CN" altLang="en-US" sz="3600" b="1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可逆性判据应用条件</a:t>
            </a:r>
            <a:endParaRPr kumimoji="1" lang="zh-CN" altLang="en-US" sz="360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aphicFrame>
        <p:nvGraphicFramePr>
          <p:cNvPr id="33798" name="Object 5"/>
          <p:cNvGraphicFramePr>
            <a:graphicFrameLocks noChangeAspect="1"/>
          </p:cNvGraphicFramePr>
          <p:nvPr/>
        </p:nvGraphicFramePr>
        <p:xfrm>
          <a:off x="876300" y="1554163"/>
          <a:ext cx="2508250" cy="565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867" name="公式" r:id="rId4" imgW="963523" imgH="174310" progId="Equation.3">
                  <p:embed/>
                </p:oleObj>
              </mc:Choice>
              <mc:Fallback>
                <p:oleObj name="公式" r:id="rId4" imgW="963523" imgH="17431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76300" y="1554163"/>
                        <a:ext cx="2508250" cy="5651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3799" name="Group 6"/>
          <p:cNvGrpSpPr>
            <a:grpSpLocks/>
          </p:cNvGrpSpPr>
          <p:nvPr/>
        </p:nvGrpSpPr>
        <p:grpSpPr bwMode="auto">
          <a:xfrm>
            <a:off x="881063" y="2546350"/>
            <a:ext cx="2520950" cy="1990725"/>
            <a:chOff x="451" y="1832"/>
            <a:chExt cx="1757" cy="1432"/>
          </a:xfrm>
        </p:grpSpPr>
        <p:graphicFrame>
          <p:nvGraphicFramePr>
            <p:cNvPr id="33810" name="Object 7"/>
            <p:cNvGraphicFramePr>
              <a:graphicFrameLocks noChangeAspect="1"/>
            </p:cNvGraphicFramePr>
            <p:nvPr/>
          </p:nvGraphicFramePr>
          <p:xfrm>
            <a:off x="453" y="2336"/>
            <a:ext cx="1702" cy="44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3868" name="公式" r:id="rId6" imgW="860035" imgH="190620" progId="Equation.3">
                    <p:embed/>
                  </p:oleObj>
                </mc:Choice>
                <mc:Fallback>
                  <p:oleObj name="公式" r:id="rId6" imgW="860035" imgH="190620" progId="Equation.3">
                    <p:embed/>
                    <p:pic>
                      <p:nvPicPr>
                        <p:cNvPr id="0" name="Object 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53" y="2336"/>
                          <a:ext cx="1702" cy="44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12700">
                              <a:solidFill>
                                <a:schemeClr val="tx1"/>
                              </a:solidFill>
                              <a:miter lim="800000"/>
                              <a:headEnd type="none" w="sm" len="sm"/>
                              <a:tailEnd type="none" w="sm" len="sm"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3811" name="Object 8"/>
            <p:cNvGraphicFramePr>
              <a:graphicFrameLocks noChangeAspect="1"/>
            </p:cNvGraphicFramePr>
            <p:nvPr/>
          </p:nvGraphicFramePr>
          <p:xfrm>
            <a:off x="451" y="2804"/>
            <a:ext cx="1757" cy="46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3869" name="公式" r:id="rId8" imgW="860035" imgH="190620" progId="Equation.3">
                    <p:embed/>
                  </p:oleObj>
                </mc:Choice>
                <mc:Fallback>
                  <p:oleObj name="公式" r:id="rId8" imgW="860035" imgH="190620" progId="Equation.3">
                    <p:embed/>
                    <p:pic>
                      <p:nvPicPr>
                        <p:cNvPr id="0" name="Object 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51" y="2804"/>
                          <a:ext cx="1757" cy="46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12700">
                              <a:solidFill>
                                <a:schemeClr val="tx1"/>
                              </a:solidFill>
                              <a:miter lim="800000"/>
                              <a:headEnd type="none" w="sm" len="sm"/>
                              <a:tailEnd type="none" w="sm" len="sm"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3812" name="Object 9"/>
            <p:cNvGraphicFramePr>
              <a:graphicFrameLocks noChangeAspect="1"/>
            </p:cNvGraphicFramePr>
            <p:nvPr/>
          </p:nvGraphicFramePr>
          <p:xfrm>
            <a:off x="455" y="1832"/>
            <a:ext cx="1641" cy="44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3870" name="公式" r:id="rId10" imgW="838052" imgH="190620" progId="Equation.3">
                    <p:embed/>
                  </p:oleObj>
                </mc:Choice>
                <mc:Fallback>
                  <p:oleObj name="公式" r:id="rId10" imgW="838052" imgH="190620" progId="Equation.3">
                    <p:embed/>
                    <p:pic>
                      <p:nvPicPr>
                        <p:cNvPr id="0" name="Object 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55" y="1832"/>
                          <a:ext cx="1641" cy="44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12700">
                              <a:solidFill>
                                <a:schemeClr val="tx1"/>
                              </a:solidFill>
                              <a:miter lim="800000"/>
                              <a:headEnd type="none" w="sm" len="sm"/>
                              <a:tailEnd type="none" w="sm" len="sm"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3800" name="Group 10"/>
          <p:cNvGrpSpPr>
            <a:grpSpLocks/>
          </p:cNvGrpSpPr>
          <p:nvPr/>
        </p:nvGrpSpPr>
        <p:grpSpPr bwMode="auto">
          <a:xfrm>
            <a:off x="4573588" y="1331913"/>
            <a:ext cx="4076700" cy="1009650"/>
            <a:chOff x="2664" y="1056"/>
            <a:chExt cx="2568" cy="636"/>
          </a:xfrm>
        </p:grpSpPr>
        <p:sp>
          <p:nvSpPr>
            <p:cNvPr id="33808" name="AutoShape 11"/>
            <p:cNvSpPr>
              <a:spLocks noChangeArrowheads="1"/>
            </p:cNvSpPr>
            <p:nvPr/>
          </p:nvSpPr>
          <p:spPr bwMode="auto">
            <a:xfrm>
              <a:off x="2664" y="1068"/>
              <a:ext cx="2568" cy="624"/>
            </a:xfrm>
            <a:prstGeom prst="roundRect">
              <a:avLst>
                <a:gd name="adj" fmla="val 16667"/>
              </a:avLst>
            </a:prstGeom>
            <a:solidFill>
              <a:srgbClr val="EAEAEA"/>
            </a:solidFill>
            <a:ln w="9525">
              <a:solidFill>
                <a:schemeClr val="bg2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2800"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445452" name="Text Box 12">
              <a:extLst>
                <a:ext uri="{FF2B5EF4-FFF2-40B4-BE49-F238E27FC236}">
                  <a16:creationId xmlns:a16="http://schemas.microsoft.com/office/drawing/2014/main" id="{168B1863-46E2-4570-BCA9-750628BE50B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720" y="1056"/>
              <a:ext cx="2456" cy="60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pPr algn="just" eaLnBrk="1" hangingPunct="1">
                <a:spcBef>
                  <a:spcPct val="50000"/>
                </a:spcBef>
                <a:defRPr/>
              </a:pPr>
              <a:r>
                <a:rPr kumimoji="1" lang="zh-CN" altLang="en-US" sz="2800" b="1">
                  <a:solidFill>
                    <a:srgbClr val="0000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49" charset="-122"/>
                  <a:ea typeface="黑体" panose="02010609060101010101" pitchFamily="49" charset="-122"/>
                </a:rPr>
                <a:t>封闭系统，只做体积功；任意过程。</a:t>
              </a:r>
            </a:p>
          </p:txBody>
        </p:sp>
      </p:grpSp>
      <p:grpSp>
        <p:nvGrpSpPr>
          <p:cNvPr id="33801" name="Group 13"/>
          <p:cNvGrpSpPr>
            <a:grpSpLocks/>
          </p:cNvGrpSpPr>
          <p:nvPr/>
        </p:nvGrpSpPr>
        <p:grpSpPr bwMode="auto">
          <a:xfrm>
            <a:off x="4573588" y="2587625"/>
            <a:ext cx="4514850" cy="1874838"/>
            <a:chOff x="2680" y="2202"/>
            <a:chExt cx="2844" cy="1181"/>
          </a:xfrm>
        </p:grpSpPr>
        <p:sp>
          <p:nvSpPr>
            <p:cNvPr id="33806" name="AutoShape 14"/>
            <p:cNvSpPr>
              <a:spLocks noChangeArrowheads="1"/>
            </p:cNvSpPr>
            <p:nvPr/>
          </p:nvSpPr>
          <p:spPr bwMode="auto">
            <a:xfrm>
              <a:off x="2680" y="2202"/>
              <a:ext cx="2653" cy="1181"/>
            </a:xfrm>
            <a:prstGeom prst="roundRect">
              <a:avLst>
                <a:gd name="adj" fmla="val 5407"/>
              </a:avLst>
            </a:prstGeom>
            <a:solidFill>
              <a:srgbClr val="EAEAEA"/>
            </a:solidFill>
            <a:ln w="9525">
              <a:solidFill>
                <a:schemeClr val="bg2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2800"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445455" name="Text Box 15">
              <a:extLst>
                <a:ext uri="{FF2B5EF4-FFF2-40B4-BE49-F238E27FC236}">
                  <a16:creationId xmlns:a16="http://schemas.microsoft.com/office/drawing/2014/main" id="{38E73584-5EAA-4A95-99AE-090540292E7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720" y="2239"/>
              <a:ext cx="2804" cy="114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pPr algn="just" eaLnBrk="1" hangingPunct="1">
                <a:defRPr/>
              </a:pPr>
              <a:r>
                <a:rPr kumimoji="1" lang="zh-CN" altLang="en-US" sz="2800" b="1">
                  <a:solidFill>
                    <a:srgbClr val="0000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49" charset="-122"/>
                  <a:ea typeface="黑体" panose="02010609060101010101" pitchFamily="49" charset="-122"/>
                </a:rPr>
                <a:t>封闭系统，只做体积功，</a:t>
              </a:r>
            </a:p>
            <a:p>
              <a:pPr algn="just" eaLnBrk="1" hangingPunct="1">
                <a:defRPr/>
              </a:pPr>
              <a:r>
                <a:rPr kumimoji="1" lang="zh-CN" altLang="en-US" sz="2800" b="1">
                  <a:solidFill>
                    <a:srgbClr val="FF66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49" charset="-122"/>
                  <a:ea typeface="黑体" panose="02010609060101010101" pitchFamily="49" charset="-122"/>
                </a:rPr>
                <a:t>孤立系统或绝热过程；</a:t>
              </a:r>
            </a:p>
            <a:p>
              <a:pPr algn="just" eaLnBrk="1" hangingPunct="1">
                <a:defRPr/>
              </a:pPr>
              <a:r>
                <a:rPr kumimoji="1" lang="zh-CN" altLang="en-US" sz="2800" b="1">
                  <a:solidFill>
                    <a:srgbClr val="FF66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49" charset="-122"/>
                  <a:ea typeface="黑体" panose="02010609060101010101" pitchFamily="49" charset="-122"/>
                </a:rPr>
                <a:t>恒温恒容过程；</a:t>
              </a:r>
            </a:p>
            <a:p>
              <a:pPr algn="just" eaLnBrk="1" hangingPunct="1">
                <a:defRPr/>
              </a:pPr>
              <a:r>
                <a:rPr kumimoji="1" lang="zh-CN" altLang="en-US" sz="2800" b="1">
                  <a:solidFill>
                    <a:srgbClr val="FF66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49" charset="-122"/>
                  <a:ea typeface="黑体" panose="02010609060101010101" pitchFamily="49" charset="-122"/>
                </a:rPr>
                <a:t>恒温恒压过程</a:t>
              </a:r>
            </a:p>
          </p:txBody>
        </p:sp>
      </p:grpSp>
      <p:graphicFrame>
        <p:nvGraphicFramePr>
          <p:cNvPr id="33802" name="Object 8"/>
          <p:cNvGraphicFramePr>
            <a:graphicFrameLocks noChangeAspect="1"/>
          </p:cNvGraphicFramePr>
          <p:nvPr/>
        </p:nvGraphicFramePr>
        <p:xfrm>
          <a:off x="2636838" y="4776788"/>
          <a:ext cx="1800225" cy="609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871" name="公式" r:id="rId12" imgW="820080" imgH="266760" progId="Equation.3">
                  <p:embed/>
                </p:oleObj>
              </mc:Choice>
              <mc:Fallback>
                <p:oleObj name="公式" r:id="rId12" imgW="820080" imgH="266760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36838" y="4776788"/>
                        <a:ext cx="1800225" cy="609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803" name="Object 9"/>
          <p:cNvGraphicFramePr>
            <a:graphicFrameLocks noChangeAspect="1"/>
          </p:cNvGraphicFramePr>
          <p:nvPr/>
        </p:nvGraphicFramePr>
        <p:xfrm>
          <a:off x="2636838" y="5494338"/>
          <a:ext cx="5329237" cy="650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872" name="公式" r:id="rId14" imgW="2479320" imgH="295560" progId="Equation.3">
                  <p:embed/>
                </p:oleObj>
              </mc:Choice>
              <mc:Fallback>
                <p:oleObj name="公式" r:id="rId14" imgW="2479320" imgH="295560" progId="Equation.3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36838" y="5494338"/>
                        <a:ext cx="5329237" cy="6508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3804" name="Rectangle 42"/>
          <p:cNvSpPr>
            <a:spLocks noChangeArrowheads="1"/>
          </p:cNvSpPr>
          <p:nvPr/>
        </p:nvSpPr>
        <p:spPr bwMode="auto">
          <a:xfrm>
            <a:off x="755650" y="4892675"/>
            <a:ext cx="1979613" cy="523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rgbClr val="339966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 b="1">
                <a:solidFill>
                  <a:srgbClr val="FF0000"/>
                </a:solidFill>
                <a:ea typeface="黑体" panose="02010609060101010101" pitchFamily="49" charset="-122"/>
              </a:rPr>
              <a:t>亥氏函数：</a:t>
            </a:r>
          </a:p>
        </p:txBody>
      </p:sp>
      <p:sp>
        <p:nvSpPr>
          <p:cNvPr id="33805" name="Rectangle 43"/>
          <p:cNvSpPr>
            <a:spLocks noChangeArrowheads="1"/>
          </p:cNvSpPr>
          <p:nvPr/>
        </p:nvSpPr>
        <p:spPr bwMode="auto">
          <a:xfrm>
            <a:off x="755650" y="5627688"/>
            <a:ext cx="1979613" cy="523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rgbClr val="339966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 b="1">
                <a:solidFill>
                  <a:srgbClr val="FF0000"/>
                </a:solidFill>
                <a:ea typeface="黑体" panose="02010609060101010101" pitchFamily="49" charset="-122"/>
              </a:rPr>
              <a:t>吉氏函数：</a:t>
            </a: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Text Box 45"/>
          <p:cNvSpPr txBox="1">
            <a:spLocks noChangeArrowheads="1"/>
          </p:cNvSpPr>
          <p:nvPr/>
        </p:nvSpPr>
        <p:spPr bwMode="auto">
          <a:xfrm>
            <a:off x="1042988" y="287338"/>
            <a:ext cx="4414837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zh-CN" altLang="en-US" sz="4000" b="1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热力学基本方程</a:t>
            </a:r>
          </a:p>
        </p:txBody>
      </p:sp>
      <p:graphicFrame>
        <p:nvGraphicFramePr>
          <p:cNvPr id="35843" name="Object 52"/>
          <p:cNvGraphicFramePr>
            <a:graphicFrameLocks noChangeAspect="1"/>
          </p:cNvGraphicFramePr>
          <p:nvPr/>
        </p:nvGraphicFramePr>
        <p:xfrm>
          <a:off x="2152650" y="3032125"/>
          <a:ext cx="2374900" cy="466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884" name="Equation" r:id="rId3" imgW="1072084" imgH="196056" progId="Equation.DSMT4">
                  <p:embed/>
                </p:oleObj>
              </mc:Choice>
              <mc:Fallback>
                <p:oleObj name="Equation" r:id="rId3" imgW="1072084" imgH="196056" progId="Equation.DSMT4">
                  <p:embed/>
                  <p:pic>
                    <p:nvPicPr>
                      <p:cNvPr id="0" name="Object 5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52650" y="3032125"/>
                        <a:ext cx="2374900" cy="4667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5844" name="Object 53"/>
          <p:cNvGraphicFramePr>
            <a:graphicFrameLocks noChangeAspect="1"/>
          </p:cNvGraphicFramePr>
          <p:nvPr/>
        </p:nvGraphicFramePr>
        <p:xfrm>
          <a:off x="2152650" y="4419600"/>
          <a:ext cx="2647950" cy="468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885" name="Equation" r:id="rId5" imgW="1213789" imgH="196056" progId="Equation.DSMT4">
                  <p:embed/>
                </p:oleObj>
              </mc:Choice>
              <mc:Fallback>
                <p:oleObj name="Equation" r:id="rId5" imgW="1213789" imgH="196056" progId="Equation.DSMT4">
                  <p:embed/>
                  <p:pic>
                    <p:nvPicPr>
                      <p:cNvPr id="0" name="Object 5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52650" y="4419600"/>
                        <a:ext cx="2647950" cy="4683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5845" name="Object 54"/>
          <p:cNvGraphicFramePr>
            <a:graphicFrameLocks noChangeAspect="1"/>
          </p:cNvGraphicFramePr>
          <p:nvPr/>
        </p:nvGraphicFramePr>
        <p:xfrm>
          <a:off x="2152650" y="3760788"/>
          <a:ext cx="2305050" cy="454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886" name="Equation" r:id="rId7" imgW="1175573" imgH="196056" progId="Equation.DSMT4">
                  <p:embed/>
                </p:oleObj>
              </mc:Choice>
              <mc:Fallback>
                <p:oleObj name="Equation" r:id="rId7" imgW="1175573" imgH="196056" progId="Equation.DSMT4">
                  <p:embed/>
                  <p:pic>
                    <p:nvPicPr>
                      <p:cNvPr id="0" name="Object 5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52650" y="3760788"/>
                        <a:ext cx="2305050" cy="4540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5846" name="Object 55"/>
          <p:cNvGraphicFramePr>
            <a:graphicFrameLocks noChangeAspect="1"/>
          </p:cNvGraphicFramePr>
          <p:nvPr/>
        </p:nvGraphicFramePr>
        <p:xfrm>
          <a:off x="2124075" y="2420938"/>
          <a:ext cx="2430463" cy="438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887" name="Equation" r:id="rId9" imgW="1126534" imgH="196056" progId="Equation.DSMT4">
                  <p:embed/>
                </p:oleObj>
              </mc:Choice>
              <mc:Fallback>
                <p:oleObj name="Equation" r:id="rId9" imgW="1126534" imgH="196056" progId="Equation.DSMT4">
                  <p:embed/>
                  <p:pic>
                    <p:nvPicPr>
                      <p:cNvPr id="0" name="Object 5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24075" y="2420938"/>
                        <a:ext cx="2430463" cy="4381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5847" name="Text Box 8"/>
          <p:cNvSpPr txBox="1">
            <a:spLocks noChangeArrowheads="1"/>
          </p:cNvSpPr>
          <p:nvPr/>
        </p:nvSpPr>
        <p:spPr bwMode="auto">
          <a:xfrm>
            <a:off x="971550" y="1406525"/>
            <a:ext cx="7991475" cy="5254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spcBef>
                <a:spcPct val="50000"/>
              </a:spcBef>
            </a:pPr>
            <a:r>
              <a:rPr kumimoji="1" lang="zh-CN" altLang="en-US" sz="2800" b="1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组成恒定不变的均相封闭系统中，只做体积功</a:t>
            </a:r>
          </a:p>
        </p:txBody>
      </p:sp>
    </p:spTree>
  </p:cSld>
  <p:clrMapOvr>
    <a:masterClrMapping/>
  </p:clrMapOvr>
  <p:transition spd="slow">
    <p:wipe dir="d"/>
  </p:transition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Text Box 45"/>
          <p:cNvSpPr txBox="1">
            <a:spLocks noChangeArrowheads="1"/>
          </p:cNvSpPr>
          <p:nvPr/>
        </p:nvSpPr>
        <p:spPr bwMode="auto">
          <a:xfrm>
            <a:off x="1547813" y="260350"/>
            <a:ext cx="7056437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zh-CN" altLang="en-US" sz="4000" b="1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热力学基本方程</a:t>
            </a:r>
          </a:p>
        </p:txBody>
      </p:sp>
      <p:sp>
        <p:nvSpPr>
          <p:cNvPr id="852036" name="Rectangle 68"/>
          <p:cNvSpPr>
            <a:spLocks noChangeArrowheads="1"/>
          </p:cNvSpPr>
          <p:nvPr/>
        </p:nvSpPr>
        <p:spPr bwMode="auto">
          <a:xfrm>
            <a:off x="390525" y="2695575"/>
            <a:ext cx="6156325" cy="620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 anchor="ctr"/>
          <a:lstStyle>
            <a:lvl1pPr algn="l">
              <a:defRPr sz="5000" b="1"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algn="l">
              <a:defRPr sz="5000" b="1"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algn="l">
              <a:defRPr sz="5000" b="1"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algn="l">
              <a:defRPr sz="5000" b="1"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algn="l">
              <a:defRPr sz="5000" b="1"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457200" fontAlgn="base">
              <a:spcBef>
                <a:spcPct val="0"/>
              </a:spcBef>
              <a:spcAft>
                <a:spcPct val="0"/>
              </a:spcAft>
              <a:defRPr sz="5000" b="1"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914400" fontAlgn="base">
              <a:spcBef>
                <a:spcPct val="0"/>
              </a:spcBef>
              <a:spcAft>
                <a:spcPct val="0"/>
              </a:spcAft>
              <a:defRPr sz="5000" b="1"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1371600" fontAlgn="base">
              <a:spcBef>
                <a:spcPct val="0"/>
              </a:spcBef>
              <a:spcAft>
                <a:spcPct val="0"/>
              </a:spcAft>
              <a:defRPr sz="5000" b="1"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1828800" fontAlgn="base">
              <a:spcBef>
                <a:spcPct val="0"/>
              </a:spcBef>
              <a:spcAft>
                <a:spcPct val="0"/>
              </a:spcAft>
              <a:defRPr sz="5000" b="1"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pPr eaLnBrk="1" hangingPunct="1">
              <a:lnSpc>
                <a:spcPct val="110000"/>
              </a:lnSpc>
              <a:defRPr/>
            </a:pPr>
            <a:r>
              <a:rPr lang="en-US" altLang="zh-CN" sz="2800">
                <a:solidFill>
                  <a:srgbClr val="FF0000"/>
                </a:solidFill>
                <a:latin typeface="Times New Roman" panose="02020603050405020304" pitchFamily="18" charset="0"/>
              </a:rPr>
              <a:t>Maxwell </a:t>
            </a:r>
            <a:r>
              <a:rPr lang="zh-CN" altLang="en-US" sz="2800">
                <a:solidFill>
                  <a:srgbClr val="FF0000"/>
                </a:solidFill>
                <a:latin typeface="Times New Roman" panose="02020603050405020304" pitchFamily="18" charset="0"/>
              </a:rPr>
              <a:t>关系式（</a:t>
            </a:r>
            <a:r>
              <a:rPr lang="en-US" altLang="zh-CN" sz="2800" i="1">
                <a:solidFill>
                  <a:srgbClr val="FF0000"/>
                </a:solidFill>
                <a:latin typeface="Times New Roman" panose="02020603050405020304" pitchFamily="18" charset="0"/>
              </a:rPr>
              <a:t>pVTS</a:t>
            </a:r>
            <a:r>
              <a:rPr lang="zh-CN" altLang="en-US" sz="2800">
                <a:solidFill>
                  <a:srgbClr val="FF0000"/>
                </a:solidFill>
                <a:latin typeface="Times New Roman" panose="02020603050405020304" pitchFamily="18" charset="0"/>
              </a:rPr>
              <a:t>间的偏导关系）</a:t>
            </a:r>
            <a:endParaRPr lang="zh-CN" altLang="en-US" sz="2800">
              <a:solidFill>
                <a:srgbClr val="008000"/>
              </a:solidFill>
              <a:latin typeface="Times New Roman" panose="02020603050405020304" pitchFamily="18" charset="0"/>
            </a:endParaRPr>
          </a:p>
        </p:txBody>
      </p:sp>
      <p:graphicFrame>
        <p:nvGraphicFramePr>
          <p:cNvPr id="36868" name="Object 73"/>
          <p:cNvGraphicFramePr>
            <a:graphicFrameLocks noChangeAspect="1"/>
          </p:cNvGraphicFramePr>
          <p:nvPr/>
        </p:nvGraphicFramePr>
        <p:xfrm>
          <a:off x="4716463" y="3611563"/>
          <a:ext cx="3384550" cy="5349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920" name="Equation" r:id="rId3" imgW="1404194" imgH="223239" progId="Equation.DSMT4">
                  <p:embed/>
                </p:oleObj>
              </mc:Choice>
              <mc:Fallback>
                <p:oleObj name="Equation" r:id="rId3" imgW="1404194" imgH="223239" progId="Equation.DSMT4">
                  <p:embed/>
                  <p:pic>
                    <p:nvPicPr>
                      <p:cNvPr id="0" name="Object 7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16463" y="3611563"/>
                        <a:ext cx="3384550" cy="5349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6869" name="Object 74"/>
          <p:cNvGraphicFramePr>
            <a:graphicFrameLocks noChangeAspect="1"/>
          </p:cNvGraphicFramePr>
          <p:nvPr/>
        </p:nvGraphicFramePr>
        <p:xfrm>
          <a:off x="900113" y="3557588"/>
          <a:ext cx="3384550" cy="561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921" name="公式" r:id="rId5" imgW="1507682" imgH="234112" progId="Equation.3">
                  <p:embed/>
                </p:oleObj>
              </mc:Choice>
              <mc:Fallback>
                <p:oleObj name="公式" r:id="rId5" imgW="1507682" imgH="234112" progId="Equation.3">
                  <p:embed/>
                  <p:pic>
                    <p:nvPicPr>
                      <p:cNvPr id="0" name="Object 7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00113" y="3557588"/>
                        <a:ext cx="3384550" cy="561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9" name="Rectangle 21"/>
          <p:cNvSpPr>
            <a:spLocks noChangeArrowheads="1"/>
          </p:cNvSpPr>
          <p:nvPr/>
        </p:nvSpPr>
        <p:spPr bwMode="auto">
          <a:xfrm>
            <a:off x="250825" y="1389063"/>
            <a:ext cx="3708400" cy="523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lang="en-US" altLang="zh-CN" sz="2800" b="1" i="1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</a:rPr>
              <a:t>U</a:t>
            </a:r>
            <a:r>
              <a:rPr lang="zh-CN" altLang="en-US" sz="2800" b="1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</a:rPr>
              <a:t>和</a:t>
            </a:r>
            <a:r>
              <a:rPr lang="en-US" altLang="zh-CN" sz="2800" b="1" i="1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</a:rPr>
              <a:t>H</a:t>
            </a:r>
            <a:r>
              <a:rPr lang="zh-CN" altLang="en-US" sz="2800" b="1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</a:rPr>
              <a:t>对 </a:t>
            </a:r>
            <a:r>
              <a:rPr lang="en-US" altLang="zh-CN" sz="2800" b="1" i="1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</a:rPr>
              <a:t>T </a:t>
            </a:r>
            <a:r>
              <a:rPr lang="zh-CN" altLang="en-US" sz="2800" b="1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</a:rPr>
              <a:t>的偏导数</a:t>
            </a:r>
          </a:p>
        </p:txBody>
      </p:sp>
      <p:graphicFrame>
        <p:nvGraphicFramePr>
          <p:cNvPr id="36871" name="Object 22"/>
          <p:cNvGraphicFramePr>
            <a:graphicFrameLocks noChangeAspect="1"/>
          </p:cNvGraphicFramePr>
          <p:nvPr/>
        </p:nvGraphicFramePr>
        <p:xfrm>
          <a:off x="1366838" y="1965325"/>
          <a:ext cx="6265862" cy="5445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922" name="公式" r:id="rId7" imgW="2748527" imgH="234112" progId="Equation.3">
                  <p:embed/>
                </p:oleObj>
              </mc:Choice>
              <mc:Fallback>
                <p:oleObj name="公式" r:id="rId7" imgW="2748527" imgH="234112" progId="Equation.3">
                  <p:embed/>
                  <p:pic>
                    <p:nvPicPr>
                      <p:cNvPr id="0" name="Object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66838" y="1965325"/>
                        <a:ext cx="6265862" cy="5445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" name="Rectangle 23"/>
          <p:cNvSpPr>
            <a:spLocks noChangeArrowheads="1"/>
          </p:cNvSpPr>
          <p:nvPr/>
        </p:nvSpPr>
        <p:spPr bwMode="auto">
          <a:xfrm>
            <a:off x="395288" y="4508500"/>
            <a:ext cx="3276600" cy="523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lang="en-US" altLang="zh-CN" sz="2800" b="1" i="1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</a:rPr>
              <a:t>S</a:t>
            </a:r>
            <a:r>
              <a:rPr lang="zh-CN" altLang="en-US" sz="2800" b="1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</a:rPr>
              <a:t>对 </a:t>
            </a:r>
            <a:r>
              <a:rPr lang="en-US" altLang="zh-CN" sz="2800" b="1" i="1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</a:rPr>
              <a:t>T </a:t>
            </a:r>
            <a:r>
              <a:rPr lang="zh-CN" altLang="en-US" sz="2800" b="1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</a:rPr>
              <a:t>的偏导数</a:t>
            </a:r>
          </a:p>
        </p:txBody>
      </p:sp>
      <p:graphicFrame>
        <p:nvGraphicFramePr>
          <p:cNvPr id="36873" name="Object 24"/>
          <p:cNvGraphicFramePr>
            <a:graphicFrameLocks noChangeAspect="1"/>
          </p:cNvGraphicFramePr>
          <p:nvPr/>
        </p:nvGraphicFramePr>
        <p:xfrm>
          <a:off x="1081088" y="5084763"/>
          <a:ext cx="3024187" cy="5413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923" name="公式" r:id="rId9" imgW="1366316" imgH="234112" progId="Equation.3">
                  <p:embed/>
                </p:oleObj>
              </mc:Choice>
              <mc:Fallback>
                <p:oleObj name="公式" r:id="rId9" imgW="1366316" imgH="234112" progId="Equation.3">
                  <p:embed/>
                  <p:pic>
                    <p:nvPicPr>
                      <p:cNvPr id="0" name="Object 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81088" y="5084763"/>
                        <a:ext cx="3024187" cy="5413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6874" name="Object 25"/>
          <p:cNvGraphicFramePr>
            <a:graphicFrameLocks noChangeAspect="1"/>
          </p:cNvGraphicFramePr>
          <p:nvPr/>
        </p:nvGraphicFramePr>
        <p:xfrm>
          <a:off x="4895850" y="5084763"/>
          <a:ext cx="3024188" cy="5318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924" name="公式" r:id="rId11" imgW="1355155" imgH="234112" progId="Equation.3">
                  <p:embed/>
                </p:oleObj>
              </mc:Choice>
              <mc:Fallback>
                <p:oleObj name="公式" r:id="rId11" imgW="1355155" imgH="234112" progId="Equation.3">
                  <p:embed/>
                  <p:pic>
                    <p:nvPicPr>
                      <p:cNvPr id="0" name="Object 2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95850" y="5084763"/>
                        <a:ext cx="3024188" cy="5318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slow">
    <p:wipe dir="d"/>
  </p:transition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灯片编号占位符 3"/>
          <p:cNvSpPr>
            <a:spLocks noGrp="1"/>
          </p:cNvSpPr>
          <p:nvPr>
            <p:ph type="sldNum" sz="quarter" idx="4294967295"/>
          </p:nvPr>
        </p:nvSpPr>
        <p:spPr/>
        <p:txBody>
          <a:bodyPr/>
          <a:lstStyle/>
          <a:p>
            <a:fld id="{23621ABA-3883-441B-9B5A-57310B499DC0}" type="slidenum">
              <a:rPr lang="zh-CN" altLang="en-US"/>
              <a:pPr/>
              <a:t>11</a:t>
            </a:fld>
            <a:endParaRPr lang="en-US" altLang="zh-CN"/>
          </a:p>
        </p:txBody>
      </p:sp>
      <p:graphicFrame>
        <p:nvGraphicFramePr>
          <p:cNvPr id="16401" name="Object 1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66537112"/>
              </p:ext>
            </p:extLst>
          </p:nvPr>
        </p:nvGraphicFramePr>
        <p:xfrm>
          <a:off x="2902750" y="1628800"/>
          <a:ext cx="6214203" cy="135563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3863" r:id="rId3" imgW="3086100" imgH="673100" progId="Equation.3">
                  <p:embed/>
                </p:oleObj>
              </mc:Choice>
              <mc:Fallback>
                <p:oleObj r:id="rId3" imgW="3086100" imgH="673100" progId="Equation.3">
                  <p:embed/>
                  <p:pic>
                    <p:nvPicPr>
                      <p:cNvPr id="16401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02750" y="1628800"/>
                        <a:ext cx="6214203" cy="1355632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400" name="Object 1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49025122"/>
              </p:ext>
            </p:extLst>
          </p:nvPr>
        </p:nvGraphicFramePr>
        <p:xfrm>
          <a:off x="3131840" y="2906200"/>
          <a:ext cx="1766867" cy="939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3864" name="Equation" r:id="rId5" imgW="812447" imgH="431613" progId="Equation.3">
                  <p:embed/>
                </p:oleObj>
              </mc:Choice>
              <mc:Fallback>
                <p:oleObj name="Equation" r:id="rId5" imgW="812447" imgH="431613" progId="Equation.3">
                  <p:embed/>
                  <p:pic>
                    <p:nvPicPr>
                      <p:cNvPr id="16400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31840" y="2906200"/>
                        <a:ext cx="1766867" cy="939725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399" name="Object 1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50709013"/>
              </p:ext>
            </p:extLst>
          </p:nvPr>
        </p:nvGraphicFramePr>
        <p:xfrm>
          <a:off x="2742776" y="4689099"/>
          <a:ext cx="4553544" cy="63944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3865" r:id="rId7" imgW="2171700" imgH="304800" progId="Equation.3">
                  <p:embed/>
                </p:oleObj>
              </mc:Choice>
              <mc:Fallback>
                <p:oleObj r:id="rId7" imgW="2171700" imgH="304800" progId="Equation.3">
                  <p:embed/>
                  <p:pic>
                    <p:nvPicPr>
                      <p:cNvPr id="16399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42776" y="4689099"/>
                        <a:ext cx="4553544" cy="639444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402" name="Rectangle 18"/>
          <p:cNvSpPr>
            <a:spLocks noChangeArrowheads="1"/>
          </p:cNvSpPr>
          <p:nvPr/>
        </p:nvSpPr>
        <p:spPr bwMode="auto">
          <a:xfrm>
            <a:off x="424374" y="1306513"/>
            <a:ext cx="3571562" cy="35394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just"/>
            <a:r>
              <a:rPr lang="zh-CN" altLang="en-US" sz="2800" b="1" smtClean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偏摩尔量</a:t>
            </a:r>
            <a:endParaRPr lang="zh-CN" altLang="en-US" sz="2800" b="1">
              <a:solidFill>
                <a:srgbClr val="FF0000"/>
              </a:solidFill>
              <a:latin typeface="Times New Roman" panose="02020603050405020304" pitchFamily="18" charset="0"/>
              <a:ea typeface="黑体" panose="02010609060101010101" pitchFamily="49" charset="-122"/>
            </a:endParaRPr>
          </a:p>
          <a:p>
            <a:pPr algn="just"/>
            <a:endParaRPr lang="zh-CN" altLang="en-US" sz="2800" b="1">
              <a:solidFill>
                <a:srgbClr val="FF0000"/>
              </a:solidFill>
              <a:latin typeface="Times New Roman" panose="02020603050405020304" pitchFamily="18" charset="0"/>
              <a:ea typeface="黑体" panose="02010609060101010101" pitchFamily="49" charset="-122"/>
            </a:endParaRPr>
          </a:p>
          <a:p>
            <a:pPr eaLnBrk="0" hangingPunct="0"/>
            <a:r>
              <a:rPr lang="zh-CN" altLang="en-US" sz="2800" b="1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(1)偏摩尔量</a:t>
            </a:r>
            <a:r>
              <a:rPr lang="en-US" altLang="zh-CN" sz="2800" b="1" i="1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X</a:t>
            </a:r>
            <a:r>
              <a:rPr lang="en-US" altLang="zh-CN" sz="2800" b="1" i="1" baseline="-2500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i</a:t>
            </a:r>
            <a:r>
              <a:rPr lang="en-US" altLang="zh-CN" sz="2800" b="1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/>
            </a:r>
            <a:br>
              <a:rPr lang="en-US" altLang="zh-CN" sz="2800" b="1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</a:br>
            <a:endParaRPr lang="en-US" altLang="zh-CN" sz="2800" b="1">
              <a:solidFill>
                <a:srgbClr val="FF0000"/>
              </a:solidFill>
              <a:latin typeface="Times New Roman" panose="02020603050405020304" pitchFamily="18" charset="0"/>
              <a:ea typeface="黑体" panose="02010609060101010101" pitchFamily="49" charset="-122"/>
            </a:endParaRPr>
          </a:p>
          <a:p>
            <a:pPr algn="just" eaLnBrk="0" hangingPunct="0"/>
            <a:r>
              <a:rPr lang="en-US" altLang="zh-CN" sz="2800" b="1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(2)</a:t>
            </a:r>
            <a:r>
              <a:rPr lang="zh-CN" altLang="en-US" sz="2800" b="1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集合公式 </a:t>
            </a:r>
          </a:p>
          <a:p>
            <a:pPr algn="just" eaLnBrk="0" hangingPunct="0"/>
            <a:endParaRPr lang="zh-CN" altLang="en-US" sz="2800" b="1">
              <a:solidFill>
                <a:srgbClr val="FF0000"/>
              </a:solidFill>
              <a:latin typeface="Times New Roman" panose="02020603050405020304" pitchFamily="18" charset="0"/>
              <a:ea typeface="黑体" panose="02010609060101010101" pitchFamily="49" charset="-122"/>
            </a:endParaRPr>
          </a:p>
          <a:p>
            <a:pPr algn="just" eaLnBrk="0" hangingPunct="0"/>
            <a:r>
              <a:rPr lang="zh-CN" altLang="en-US" sz="2800" b="1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(3)吉布斯-</a:t>
            </a:r>
            <a:r>
              <a:rPr lang="zh-CN" altLang="en-US" sz="2800" b="1" smtClean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杜安方程</a:t>
            </a:r>
            <a:endParaRPr lang="zh-CN" altLang="en-US" sz="2800" b="1">
              <a:solidFill>
                <a:srgbClr val="FF0000"/>
              </a:solidFill>
              <a:latin typeface="Times New Roman" panose="02020603050405020304" pitchFamily="18" charset="0"/>
              <a:ea typeface="黑体" panose="02010609060101010101" pitchFamily="49" charset="-122"/>
            </a:endParaRPr>
          </a:p>
          <a:p>
            <a:pPr eaLnBrk="0" hangingPunct="0"/>
            <a:endParaRPr lang="zh-CN" altLang="en-US" sz="2800" b="1">
              <a:solidFill>
                <a:srgbClr val="FF0000"/>
              </a:solidFill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sp>
        <p:nvSpPr>
          <p:cNvPr id="16403" name="Rectangle 19"/>
          <p:cNvSpPr>
            <a:spLocks noChangeArrowheads="1"/>
          </p:cNvSpPr>
          <p:nvPr/>
        </p:nvSpPr>
        <p:spPr bwMode="auto">
          <a:xfrm>
            <a:off x="0" y="3344863"/>
            <a:ext cx="9144000" cy="609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just"/>
            <a:r>
              <a:rPr lang="zh-CN" altLang="en-US" sz="1000"/>
              <a:t> </a:t>
            </a:r>
          </a:p>
          <a:p>
            <a:pPr eaLnBrk="0" hangingPunct="0"/>
            <a:endParaRPr lang="zh-CN" altLang="en-US"/>
          </a:p>
        </p:txBody>
      </p:sp>
      <p:sp>
        <p:nvSpPr>
          <p:cNvPr id="18" name="Text Box 19"/>
          <p:cNvSpPr txBox="1">
            <a:spLocks noChangeArrowheads="1"/>
          </p:cNvSpPr>
          <p:nvPr/>
        </p:nvSpPr>
        <p:spPr bwMode="auto">
          <a:xfrm>
            <a:off x="635000" y="177800"/>
            <a:ext cx="8348663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ctr" eaLnBrk="1" hangingPunct="1">
              <a:defRPr/>
            </a:pPr>
            <a:r>
              <a:rPr lang="zh-CN" altLang="en-US" sz="3600" b="1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组成可变的多相系统热力学基本方程</a:t>
            </a:r>
          </a:p>
        </p:txBody>
      </p:sp>
    </p:spTree>
    <p:extLst>
      <p:ext uri="{BB962C8B-B14F-4D97-AF65-F5344CB8AC3E}">
        <p14:creationId xmlns:p14="http://schemas.microsoft.com/office/powerpoint/2010/main" val="41502505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8914" name="Group 5"/>
          <p:cNvGrpSpPr>
            <a:grpSpLocks/>
          </p:cNvGrpSpPr>
          <p:nvPr/>
        </p:nvGrpSpPr>
        <p:grpSpPr bwMode="auto">
          <a:xfrm>
            <a:off x="2027238" y="1711325"/>
            <a:ext cx="5268912" cy="3468688"/>
            <a:chOff x="1338" y="1661"/>
            <a:chExt cx="3154" cy="2053"/>
          </a:xfrm>
        </p:grpSpPr>
        <p:graphicFrame>
          <p:nvGraphicFramePr>
            <p:cNvPr id="38918" name="Object 12"/>
            <p:cNvGraphicFramePr>
              <a:graphicFrameLocks noChangeAspect="1"/>
            </p:cNvGraphicFramePr>
            <p:nvPr/>
          </p:nvGraphicFramePr>
          <p:xfrm>
            <a:off x="1338" y="1661"/>
            <a:ext cx="2946" cy="40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8977" name="公式" r:id="rId3" imgW="2667000" imgH="368300" progId="Equation.3">
                    <p:embed/>
                  </p:oleObj>
                </mc:Choice>
                <mc:Fallback>
                  <p:oleObj name="公式" r:id="rId3" imgW="2667000" imgH="368300" progId="Equation.3">
                    <p:embed/>
                    <p:pic>
                      <p:nvPicPr>
                        <p:cNvPr id="0" name="Object 1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338" y="1661"/>
                          <a:ext cx="2946" cy="40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8919" name="Object 13"/>
            <p:cNvGraphicFramePr>
              <a:graphicFrameLocks noChangeAspect="1"/>
            </p:cNvGraphicFramePr>
            <p:nvPr/>
          </p:nvGraphicFramePr>
          <p:xfrm>
            <a:off x="1379" y="2079"/>
            <a:ext cx="2803" cy="34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8978" name="公式" r:id="rId5" imgW="2451100" imgH="304800" progId="Equation.3">
                    <p:embed/>
                  </p:oleObj>
                </mc:Choice>
                <mc:Fallback>
                  <p:oleObj name="公式" r:id="rId5" imgW="2451100" imgH="304800" progId="Equation.3">
                    <p:embed/>
                    <p:pic>
                      <p:nvPicPr>
                        <p:cNvPr id="0" name="Object 1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379" y="2079"/>
                          <a:ext cx="2803" cy="34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8920" name="Object 14"/>
            <p:cNvGraphicFramePr>
              <a:graphicFrameLocks noChangeAspect="1"/>
            </p:cNvGraphicFramePr>
            <p:nvPr/>
          </p:nvGraphicFramePr>
          <p:xfrm>
            <a:off x="1338" y="2432"/>
            <a:ext cx="3154" cy="42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8979" name="公式" r:id="rId7" imgW="2755900" imgH="368300" progId="Equation.3">
                    <p:embed/>
                  </p:oleObj>
                </mc:Choice>
                <mc:Fallback>
                  <p:oleObj name="公式" r:id="rId7" imgW="2755900" imgH="368300" progId="Equation.3">
                    <p:embed/>
                    <p:pic>
                      <p:nvPicPr>
                        <p:cNvPr id="0" name="Object 1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338" y="2432"/>
                          <a:ext cx="3154" cy="42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8921" name="Object 15"/>
            <p:cNvGraphicFramePr>
              <a:graphicFrameLocks noChangeAspect="1"/>
            </p:cNvGraphicFramePr>
            <p:nvPr/>
          </p:nvGraphicFramePr>
          <p:xfrm>
            <a:off x="1338" y="2840"/>
            <a:ext cx="3110" cy="42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8980" name="公式" r:id="rId9" imgW="2717800" imgH="368300" progId="Equation.3">
                    <p:embed/>
                  </p:oleObj>
                </mc:Choice>
                <mc:Fallback>
                  <p:oleObj name="公式" r:id="rId9" imgW="2717800" imgH="368300" progId="Equation.3">
                    <p:embed/>
                    <p:pic>
                      <p:nvPicPr>
                        <p:cNvPr id="0" name="Object 1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338" y="2840"/>
                          <a:ext cx="3110" cy="42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8922" name="Object 16"/>
            <p:cNvGraphicFramePr>
              <a:graphicFrameLocks noChangeAspect="1"/>
            </p:cNvGraphicFramePr>
            <p:nvPr/>
          </p:nvGraphicFramePr>
          <p:xfrm>
            <a:off x="1383" y="3249"/>
            <a:ext cx="3048" cy="46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8981" name="公式" r:id="rId11" imgW="2413000" imgH="368300" progId="Equation.3">
                    <p:embed/>
                  </p:oleObj>
                </mc:Choice>
                <mc:Fallback>
                  <p:oleObj name="公式" r:id="rId11" imgW="2413000" imgH="368300" progId="Equation.3">
                    <p:embed/>
                    <p:pic>
                      <p:nvPicPr>
                        <p:cNvPr id="0" name="Object 1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383" y="3249"/>
                          <a:ext cx="3048" cy="46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77171" name="Text Box 19"/>
          <p:cNvSpPr txBox="1">
            <a:spLocks noChangeArrowheads="1"/>
          </p:cNvSpPr>
          <p:nvPr/>
        </p:nvSpPr>
        <p:spPr bwMode="auto">
          <a:xfrm>
            <a:off x="539750" y="188913"/>
            <a:ext cx="8348663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ctr" eaLnBrk="1" hangingPunct="1">
              <a:defRPr/>
            </a:pPr>
            <a:r>
              <a:rPr lang="zh-CN" altLang="en-US" sz="3600" b="1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组成可变的多相系统热力学基本方程</a:t>
            </a:r>
          </a:p>
        </p:txBody>
      </p:sp>
      <p:sp>
        <p:nvSpPr>
          <p:cNvPr id="177174" name="Rectangle 22"/>
          <p:cNvSpPr>
            <a:spLocks noChangeArrowheads="1"/>
          </p:cNvSpPr>
          <p:nvPr/>
        </p:nvSpPr>
        <p:spPr bwMode="auto">
          <a:xfrm>
            <a:off x="538163" y="1187450"/>
            <a:ext cx="3276600" cy="523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lang="zh-CN" altLang="en-US" sz="2800" b="1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热力学基本方程</a:t>
            </a:r>
          </a:p>
        </p:txBody>
      </p:sp>
      <p:graphicFrame>
        <p:nvGraphicFramePr>
          <p:cNvPr id="38917" name="Object 26"/>
          <p:cNvGraphicFramePr>
            <a:graphicFrameLocks noChangeAspect="1"/>
          </p:cNvGraphicFramePr>
          <p:nvPr/>
        </p:nvGraphicFramePr>
        <p:xfrm>
          <a:off x="573088" y="5316538"/>
          <a:ext cx="8235950" cy="1060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982" name="公式" r:id="rId13" imgW="4136487" imgH="528026" progId="Equation.3">
                  <p:embed/>
                </p:oleObj>
              </mc:Choice>
              <mc:Fallback>
                <p:oleObj name="公式" r:id="rId13" imgW="4136487" imgH="528026" progId="Equation.3">
                  <p:embed/>
                  <p:pic>
                    <p:nvPicPr>
                      <p:cNvPr id="0" name="Object 2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3088" y="5316538"/>
                        <a:ext cx="8235950" cy="1060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灯片编号占位符 3"/>
          <p:cNvSpPr>
            <a:spLocks noGrp="1"/>
          </p:cNvSpPr>
          <p:nvPr>
            <p:ph type="sldNum" sz="quarter" idx="4294967295"/>
          </p:nvPr>
        </p:nvSpPr>
        <p:spPr bwMode="auto">
          <a:xfrm>
            <a:off x="7010400" y="6318250"/>
            <a:ext cx="2133600" cy="47625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9EAF7B0C-8816-4CC5-8610-957F2C295B01}" type="slidenum">
              <a:rPr lang="en-US" altLang="zh-CN" sz="1400" smtClean="0"/>
              <a:pPr/>
              <a:t>13</a:t>
            </a:fld>
            <a:endParaRPr lang="en-US" altLang="zh-CN" sz="1400" smtClean="0"/>
          </a:p>
        </p:txBody>
      </p:sp>
      <p:sp>
        <p:nvSpPr>
          <p:cNvPr id="39939" name="AutoShape 2"/>
          <p:cNvSpPr>
            <a:spLocks noChangeArrowheads="1"/>
          </p:cNvSpPr>
          <p:nvPr/>
        </p:nvSpPr>
        <p:spPr bwMode="auto">
          <a:xfrm>
            <a:off x="882650" y="2454275"/>
            <a:ext cx="2535238" cy="2066925"/>
          </a:xfrm>
          <a:prstGeom prst="roundRect">
            <a:avLst>
              <a:gd name="adj" fmla="val 6875"/>
            </a:avLst>
          </a:prstGeom>
          <a:solidFill>
            <a:srgbClr val="EAEAEA"/>
          </a:solidFill>
          <a:ln w="9525">
            <a:solidFill>
              <a:schemeClr val="bg2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 sz="2800"/>
          </a:p>
        </p:txBody>
      </p:sp>
      <p:sp>
        <p:nvSpPr>
          <p:cNvPr id="39940" name="AutoShape 3"/>
          <p:cNvSpPr>
            <a:spLocks noChangeArrowheads="1"/>
          </p:cNvSpPr>
          <p:nvPr/>
        </p:nvSpPr>
        <p:spPr bwMode="auto">
          <a:xfrm>
            <a:off x="836613" y="1335088"/>
            <a:ext cx="2627312" cy="725487"/>
          </a:xfrm>
          <a:prstGeom prst="roundRect">
            <a:avLst>
              <a:gd name="adj" fmla="val 16667"/>
            </a:avLst>
          </a:prstGeom>
          <a:solidFill>
            <a:srgbClr val="EAEAEA"/>
          </a:solidFill>
          <a:ln w="9525">
            <a:solidFill>
              <a:schemeClr val="bg2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 sz="2800"/>
          </a:p>
        </p:txBody>
      </p:sp>
      <p:sp>
        <p:nvSpPr>
          <p:cNvPr id="39941" name="Text Box 4"/>
          <p:cNvSpPr txBox="1">
            <a:spLocks noChangeArrowheads="1"/>
          </p:cNvSpPr>
          <p:nvPr/>
        </p:nvSpPr>
        <p:spPr bwMode="auto">
          <a:xfrm>
            <a:off x="944563" y="333375"/>
            <a:ext cx="6481762" cy="646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/>
            <a:r>
              <a:rPr kumimoji="1" lang="zh-CN" altLang="en-US" sz="3600" b="1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各类可逆性判据应用条件</a:t>
            </a:r>
            <a:endParaRPr kumimoji="1" lang="zh-CN" altLang="en-US" sz="360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aphicFrame>
        <p:nvGraphicFramePr>
          <p:cNvPr id="39942" name="Object 5"/>
          <p:cNvGraphicFramePr>
            <a:graphicFrameLocks noChangeAspect="1"/>
          </p:cNvGraphicFramePr>
          <p:nvPr/>
        </p:nvGraphicFramePr>
        <p:xfrm>
          <a:off x="955675" y="1495425"/>
          <a:ext cx="2508250" cy="565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004" name="公式" r:id="rId4" imgW="963523" imgH="174310" progId="Equation.3">
                  <p:embed/>
                </p:oleObj>
              </mc:Choice>
              <mc:Fallback>
                <p:oleObj name="公式" r:id="rId4" imgW="963523" imgH="17431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55675" y="1495425"/>
                        <a:ext cx="2508250" cy="5651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9943" name="Group 6"/>
          <p:cNvGrpSpPr>
            <a:grpSpLocks/>
          </p:cNvGrpSpPr>
          <p:nvPr/>
        </p:nvGrpSpPr>
        <p:grpSpPr bwMode="auto">
          <a:xfrm>
            <a:off x="960438" y="2487613"/>
            <a:ext cx="2520950" cy="1990725"/>
            <a:chOff x="451" y="1832"/>
            <a:chExt cx="1757" cy="1432"/>
          </a:xfrm>
        </p:grpSpPr>
        <p:graphicFrame>
          <p:nvGraphicFramePr>
            <p:cNvPr id="39956" name="Object 7"/>
            <p:cNvGraphicFramePr>
              <a:graphicFrameLocks noChangeAspect="1"/>
            </p:cNvGraphicFramePr>
            <p:nvPr/>
          </p:nvGraphicFramePr>
          <p:xfrm>
            <a:off x="453" y="2336"/>
            <a:ext cx="1702" cy="44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0005" name="公式" r:id="rId6" imgW="860035" imgH="190620" progId="Equation.3">
                    <p:embed/>
                  </p:oleObj>
                </mc:Choice>
                <mc:Fallback>
                  <p:oleObj name="公式" r:id="rId6" imgW="860035" imgH="190620" progId="Equation.3">
                    <p:embed/>
                    <p:pic>
                      <p:nvPicPr>
                        <p:cNvPr id="0" name="Object 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53" y="2336"/>
                          <a:ext cx="1702" cy="44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12700">
                              <a:solidFill>
                                <a:schemeClr val="tx1"/>
                              </a:solidFill>
                              <a:miter lim="800000"/>
                              <a:headEnd type="none" w="sm" len="sm"/>
                              <a:tailEnd type="none" w="sm" len="sm"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9957" name="Object 8"/>
            <p:cNvGraphicFramePr>
              <a:graphicFrameLocks noChangeAspect="1"/>
            </p:cNvGraphicFramePr>
            <p:nvPr/>
          </p:nvGraphicFramePr>
          <p:xfrm>
            <a:off x="451" y="2804"/>
            <a:ext cx="1757" cy="46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0006" name="公式" r:id="rId8" imgW="860035" imgH="190620" progId="Equation.3">
                    <p:embed/>
                  </p:oleObj>
                </mc:Choice>
                <mc:Fallback>
                  <p:oleObj name="公式" r:id="rId8" imgW="860035" imgH="190620" progId="Equation.3">
                    <p:embed/>
                    <p:pic>
                      <p:nvPicPr>
                        <p:cNvPr id="0" name="Object 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51" y="2804"/>
                          <a:ext cx="1757" cy="46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12700">
                              <a:solidFill>
                                <a:schemeClr val="tx1"/>
                              </a:solidFill>
                              <a:miter lim="800000"/>
                              <a:headEnd type="none" w="sm" len="sm"/>
                              <a:tailEnd type="none" w="sm" len="sm"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9958" name="Object 9"/>
            <p:cNvGraphicFramePr>
              <a:graphicFrameLocks noChangeAspect="1"/>
            </p:cNvGraphicFramePr>
            <p:nvPr/>
          </p:nvGraphicFramePr>
          <p:xfrm>
            <a:off x="455" y="1832"/>
            <a:ext cx="1641" cy="44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0007" name="公式" r:id="rId10" imgW="838052" imgH="190620" progId="Equation.3">
                    <p:embed/>
                  </p:oleObj>
                </mc:Choice>
                <mc:Fallback>
                  <p:oleObj name="公式" r:id="rId10" imgW="838052" imgH="190620" progId="Equation.3">
                    <p:embed/>
                    <p:pic>
                      <p:nvPicPr>
                        <p:cNvPr id="0" name="Object 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55" y="1832"/>
                          <a:ext cx="1641" cy="44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12700">
                              <a:solidFill>
                                <a:schemeClr val="tx1"/>
                              </a:solidFill>
                              <a:miter lim="800000"/>
                              <a:headEnd type="none" w="sm" len="sm"/>
                              <a:tailEnd type="none" w="sm" len="sm"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9944" name="Group 10"/>
          <p:cNvGrpSpPr>
            <a:grpSpLocks/>
          </p:cNvGrpSpPr>
          <p:nvPr/>
        </p:nvGrpSpPr>
        <p:grpSpPr bwMode="auto">
          <a:xfrm>
            <a:off x="4652963" y="1273175"/>
            <a:ext cx="4076700" cy="1009650"/>
            <a:chOff x="2664" y="1056"/>
            <a:chExt cx="2568" cy="636"/>
          </a:xfrm>
        </p:grpSpPr>
        <p:sp>
          <p:nvSpPr>
            <p:cNvPr id="39954" name="AutoShape 11"/>
            <p:cNvSpPr>
              <a:spLocks noChangeArrowheads="1"/>
            </p:cNvSpPr>
            <p:nvPr/>
          </p:nvSpPr>
          <p:spPr bwMode="auto">
            <a:xfrm>
              <a:off x="2664" y="1068"/>
              <a:ext cx="2568" cy="624"/>
            </a:xfrm>
            <a:prstGeom prst="roundRect">
              <a:avLst>
                <a:gd name="adj" fmla="val 16667"/>
              </a:avLst>
            </a:prstGeom>
            <a:solidFill>
              <a:srgbClr val="EAEAEA"/>
            </a:solidFill>
            <a:ln w="9525">
              <a:solidFill>
                <a:schemeClr val="bg2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2800"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445452" name="Text Box 12">
              <a:extLst>
                <a:ext uri="{FF2B5EF4-FFF2-40B4-BE49-F238E27FC236}">
                  <a16:creationId xmlns:a16="http://schemas.microsoft.com/office/drawing/2014/main" id="{168B1863-46E2-4570-BCA9-750628BE50B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720" y="1056"/>
              <a:ext cx="2456" cy="60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pPr algn="just" eaLnBrk="1" hangingPunct="1">
                <a:spcBef>
                  <a:spcPct val="50000"/>
                </a:spcBef>
                <a:defRPr/>
              </a:pPr>
              <a:r>
                <a:rPr kumimoji="1" lang="zh-CN" altLang="en-US" sz="2800" b="1">
                  <a:solidFill>
                    <a:srgbClr val="0000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49" charset="-122"/>
                  <a:ea typeface="黑体" panose="02010609060101010101" pitchFamily="49" charset="-122"/>
                </a:rPr>
                <a:t>封闭系统，只做体积功；任意过程。</a:t>
              </a:r>
            </a:p>
          </p:txBody>
        </p:sp>
      </p:grpSp>
      <p:grpSp>
        <p:nvGrpSpPr>
          <p:cNvPr id="39945" name="Group 13"/>
          <p:cNvGrpSpPr>
            <a:grpSpLocks/>
          </p:cNvGrpSpPr>
          <p:nvPr/>
        </p:nvGrpSpPr>
        <p:grpSpPr bwMode="auto">
          <a:xfrm>
            <a:off x="4652963" y="2528888"/>
            <a:ext cx="4514850" cy="1874837"/>
            <a:chOff x="2680" y="2202"/>
            <a:chExt cx="2844" cy="1181"/>
          </a:xfrm>
        </p:grpSpPr>
        <p:sp>
          <p:nvSpPr>
            <p:cNvPr id="39952" name="AutoShape 14"/>
            <p:cNvSpPr>
              <a:spLocks noChangeArrowheads="1"/>
            </p:cNvSpPr>
            <p:nvPr/>
          </p:nvSpPr>
          <p:spPr bwMode="auto">
            <a:xfrm>
              <a:off x="2680" y="2202"/>
              <a:ext cx="2653" cy="1181"/>
            </a:xfrm>
            <a:prstGeom prst="roundRect">
              <a:avLst>
                <a:gd name="adj" fmla="val 5407"/>
              </a:avLst>
            </a:prstGeom>
            <a:solidFill>
              <a:srgbClr val="EAEAEA"/>
            </a:solidFill>
            <a:ln w="9525">
              <a:solidFill>
                <a:schemeClr val="bg2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2800"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445455" name="Text Box 15">
              <a:extLst>
                <a:ext uri="{FF2B5EF4-FFF2-40B4-BE49-F238E27FC236}">
                  <a16:creationId xmlns:a16="http://schemas.microsoft.com/office/drawing/2014/main" id="{38E73584-5EAA-4A95-99AE-090540292E7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720" y="2239"/>
              <a:ext cx="2804" cy="114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pPr algn="just" eaLnBrk="1" hangingPunct="1">
                <a:defRPr/>
              </a:pPr>
              <a:r>
                <a:rPr kumimoji="1" lang="zh-CN" altLang="en-US" sz="2800" b="1">
                  <a:solidFill>
                    <a:srgbClr val="0000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49" charset="-122"/>
                  <a:ea typeface="黑体" panose="02010609060101010101" pitchFamily="49" charset="-122"/>
                </a:rPr>
                <a:t>封闭系统，只做体积功，</a:t>
              </a:r>
            </a:p>
            <a:p>
              <a:pPr algn="just" eaLnBrk="1" hangingPunct="1">
                <a:defRPr/>
              </a:pPr>
              <a:r>
                <a:rPr kumimoji="1" lang="zh-CN" altLang="en-US" sz="2800" b="1">
                  <a:solidFill>
                    <a:srgbClr val="FF66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49" charset="-122"/>
                  <a:ea typeface="黑体" panose="02010609060101010101" pitchFamily="49" charset="-122"/>
                </a:rPr>
                <a:t>孤立系统或绝热过程；</a:t>
              </a:r>
            </a:p>
            <a:p>
              <a:pPr algn="just" eaLnBrk="1" hangingPunct="1">
                <a:defRPr/>
              </a:pPr>
              <a:r>
                <a:rPr kumimoji="1" lang="zh-CN" altLang="en-US" sz="2800" b="1">
                  <a:solidFill>
                    <a:srgbClr val="FF66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49" charset="-122"/>
                  <a:ea typeface="黑体" panose="02010609060101010101" pitchFamily="49" charset="-122"/>
                </a:rPr>
                <a:t>恒温恒容过程；</a:t>
              </a:r>
            </a:p>
            <a:p>
              <a:pPr algn="just" eaLnBrk="1" hangingPunct="1">
                <a:defRPr/>
              </a:pPr>
              <a:r>
                <a:rPr kumimoji="1" lang="zh-CN" altLang="en-US" sz="2800" b="1">
                  <a:solidFill>
                    <a:srgbClr val="FF66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49" charset="-122"/>
                  <a:ea typeface="黑体" panose="02010609060101010101" pitchFamily="49" charset="-122"/>
                </a:rPr>
                <a:t>恒温恒压过程</a:t>
              </a:r>
            </a:p>
          </p:txBody>
        </p:sp>
      </p:grpSp>
      <p:grpSp>
        <p:nvGrpSpPr>
          <p:cNvPr id="17" name="Group 10"/>
          <p:cNvGrpSpPr>
            <a:grpSpLocks/>
          </p:cNvGrpSpPr>
          <p:nvPr/>
        </p:nvGrpSpPr>
        <p:grpSpPr bwMode="auto">
          <a:xfrm>
            <a:off x="4749800" y="4648200"/>
            <a:ext cx="4162425" cy="1577975"/>
            <a:chOff x="2453" y="2248"/>
            <a:chExt cx="2622" cy="994"/>
          </a:xfrm>
        </p:grpSpPr>
        <p:sp>
          <p:nvSpPr>
            <p:cNvPr id="39950" name="AutoShape 11"/>
            <p:cNvSpPr>
              <a:spLocks noChangeArrowheads="1"/>
            </p:cNvSpPr>
            <p:nvPr/>
          </p:nvSpPr>
          <p:spPr bwMode="auto">
            <a:xfrm>
              <a:off x="2453" y="2248"/>
              <a:ext cx="2550" cy="994"/>
            </a:xfrm>
            <a:prstGeom prst="roundRect">
              <a:avLst>
                <a:gd name="adj" fmla="val 5407"/>
              </a:avLst>
            </a:prstGeom>
            <a:solidFill>
              <a:srgbClr val="EAEAEA"/>
            </a:solidFill>
            <a:ln w="9525">
              <a:solidFill>
                <a:schemeClr val="bg2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19" name="Text Box 12">
              <a:extLst>
                <a:ext uri="{FF2B5EF4-FFF2-40B4-BE49-F238E27FC236}">
                  <a16:creationId xmlns:a16="http://schemas.microsoft.com/office/drawing/2014/main" id="{6722BF3A-71B0-4462-80A9-3A9634A025E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60" y="2290"/>
              <a:ext cx="2615" cy="87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algn="just" eaLnBrk="1" hangingPunct="1">
                <a:defRPr/>
              </a:pPr>
              <a:r>
                <a:rPr kumimoji="1" lang="zh-CN" altLang="en-US" sz="2800" b="1">
                  <a:solidFill>
                    <a:srgbClr val="0000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49" charset="-122"/>
                  <a:ea typeface="黑体" panose="02010609060101010101" pitchFamily="49" charset="-122"/>
                </a:rPr>
                <a:t>封闭系统，只做体积功，</a:t>
              </a:r>
            </a:p>
            <a:p>
              <a:pPr algn="just" eaLnBrk="1" hangingPunct="1">
                <a:defRPr/>
              </a:pPr>
              <a:r>
                <a:rPr kumimoji="1" lang="zh-CN" altLang="en-US" sz="2800" b="1">
                  <a:solidFill>
                    <a:srgbClr val="FF66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49" charset="-122"/>
                  <a:ea typeface="黑体" panose="02010609060101010101" pitchFamily="49" charset="-122"/>
                </a:rPr>
                <a:t>只涉及相变化和</a:t>
              </a:r>
            </a:p>
            <a:p>
              <a:pPr algn="just" eaLnBrk="1" hangingPunct="1">
                <a:defRPr/>
              </a:pPr>
              <a:r>
                <a:rPr kumimoji="1" lang="zh-CN" altLang="en-US" sz="2800" b="1">
                  <a:solidFill>
                    <a:srgbClr val="FF66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49" charset="-122"/>
                  <a:ea typeface="黑体" panose="02010609060101010101" pitchFamily="49" charset="-122"/>
                </a:rPr>
                <a:t>化学变化过程。</a:t>
              </a:r>
            </a:p>
          </p:txBody>
        </p:sp>
      </p:grpSp>
      <p:grpSp>
        <p:nvGrpSpPr>
          <p:cNvPr id="20" name="Group 13"/>
          <p:cNvGrpSpPr>
            <a:grpSpLocks/>
          </p:cNvGrpSpPr>
          <p:nvPr/>
        </p:nvGrpSpPr>
        <p:grpSpPr bwMode="auto">
          <a:xfrm>
            <a:off x="107950" y="4914900"/>
            <a:ext cx="4076700" cy="877888"/>
            <a:chOff x="1497" y="3050"/>
            <a:chExt cx="2568" cy="553"/>
          </a:xfrm>
        </p:grpSpPr>
        <p:sp>
          <p:nvSpPr>
            <p:cNvPr id="39948" name="AutoShape 14"/>
            <p:cNvSpPr>
              <a:spLocks noChangeArrowheads="1"/>
            </p:cNvSpPr>
            <p:nvPr/>
          </p:nvSpPr>
          <p:spPr bwMode="auto">
            <a:xfrm>
              <a:off x="1497" y="3063"/>
              <a:ext cx="2568" cy="540"/>
            </a:xfrm>
            <a:prstGeom prst="roundRect">
              <a:avLst>
                <a:gd name="adj" fmla="val 16667"/>
              </a:avLst>
            </a:prstGeom>
            <a:solidFill>
              <a:srgbClr val="EAEAEA"/>
            </a:solidFill>
            <a:ln w="9525">
              <a:solidFill>
                <a:schemeClr val="bg2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graphicFrame>
          <p:nvGraphicFramePr>
            <p:cNvPr id="39949" name="Object 15"/>
            <p:cNvGraphicFramePr>
              <a:graphicFrameLocks noChangeAspect="1"/>
            </p:cNvGraphicFramePr>
            <p:nvPr/>
          </p:nvGraphicFramePr>
          <p:xfrm>
            <a:off x="1612" y="3050"/>
            <a:ext cx="2417" cy="48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0008" name="公式" r:id="rId12" imgW="1458643" imgH="250422" progId="Equation.3">
                    <p:embed/>
                  </p:oleObj>
                </mc:Choice>
                <mc:Fallback>
                  <p:oleObj name="公式" r:id="rId12" imgW="1458643" imgH="250422" progId="Equation.3">
                    <p:embed/>
                    <p:pic>
                      <p:nvPicPr>
                        <p:cNvPr id="0" name="Object 1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612" y="3050"/>
                          <a:ext cx="2417" cy="48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灯片编号占位符 5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216ADEA2-A5C0-4833-A585-FDE3B05EAC8D}" type="slidenum">
              <a:rPr lang="en-US" altLang="zh-CN" sz="1400" smtClean="0"/>
              <a:pPr/>
              <a:t>14</a:t>
            </a:fld>
            <a:endParaRPr lang="en-US" altLang="zh-CN" sz="1400" smtClean="0"/>
          </a:p>
        </p:txBody>
      </p:sp>
      <p:sp>
        <p:nvSpPr>
          <p:cNvPr id="41987" name="Rectangle 3"/>
          <p:cNvSpPr>
            <a:spLocks noGrp="1" noRot="1" noChangeArrowheads="1"/>
          </p:cNvSpPr>
          <p:nvPr>
            <p:ph type="body" idx="1"/>
          </p:nvPr>
        </p:nvSpPr>
        <p:spPr bwMode="auto">
          <a:xfrm>
            <a:off x="684213" y="1104900"/>
            <a:ext cx="7991475" cy="13525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indent="0" eaLnBrk="1" hangingPunct="1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zh-CN" altLang="en-US" b="1" smtClean="0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理想气体，实际气体的 </a:t>
            </a:r>
            <a:r>
              <a:rPr lang="en-US" altLang="zh-CN" b="1" i="1" smtClean="0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p</a:t>
            </a:r>
            <a:r>
              <a:rPr lang="en-US" altLang="zh-CN" b="1" smtClean="0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-</a:t>
            </a:r>
            <a:r>
              <a:rPr lang="en-US" altLang="zh-CN" b="1" i="1" smtClean="0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V </a:t>
            </a:r>
            <a:r>
              <a:rPr lang="zh-CN" altLang="en-US" b="1" smtClean="0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图，</a:t>
            </a:r>
            <a:r>
              <a:rPr lang="en-US" altLang="zh-CN" b="1" i="1" smtClean="0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Z </a:t>
            </a:r>
            <a:r>
              <a:rPr lang="zh-CN" altLang="en-US" b="1" smtClean="0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及</a:t>
            </a:r>
            <a:r>
              <a:rPr lang="en-US" altLang="zh-CN" b="1" i="1" smtClean="0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Z</a:t>
            </a:r>
            <a:r>
              <a:rPr lang="en-US" altLang="zh-CN" b="1" smtClean="0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-</a:t>
            </a:r>
            <a:r>
              <a:rPr lang="en-US" altLang="zh-CN" b="1" i="1" smtClean="0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p </a:t>
            </a:r>
            <a:r>
              <a:rPr lang="zh-CN" altLang="en-US" b="1" smtClean="0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图 </a:t>
            </a:r>
            <a:r>
              <a:rPr lang="en-US" altLang="zh-CN" b="1" smtClean="0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,</a:t>
            </a:r>
            <a:r>
              <a:rPr lang="zh-CN" altLang="en-US" b="1" smtClean="0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简化的微观模型，状态方程</a:t>
            </a:r>
          </a:p>
        </p:txBody>
      </p:sp>
      <p:pic>
        <p:nvPicPr>
          <p:cNvPr id="41988" name="Picture 4" descr="01-01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16463" y="2457450"/>
            <a:ext cx="3671887" cy="3898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1989" name="Picture 10" descr="01-0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0825" y="2398713"/>
            <a:ext cx="3802063" cy="3957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1990" name="文本框 1"/>
          <p:cNvSpPr txBox="1">
            <a:spLocks noChangeArrowheads="1"/>
          </p:cNvSpPr>
          <p:nvPr/>
        </p:nvSpPr>
        <p:spPr bwMode="auto">
          <a:xfrm>
            <a:off x="1331913" y="180975"/>
            <a:ext cx="2303462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4000" b="1" i="1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PVT</a:t>
            </a:r>
            <a:r>
              <a:rPr lang="zh-CN" altLang="en-US" sz="4000" b="1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关系</a:t>
            </a: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2"/>
          <p:cNvSpPr>
            <a:spLocks noGrp="1" noChangeArrowheads="1"/>
          </p:cNvSpPr>
          <p:nvPr>
            <p:ph type="body" idx="1"/>
          </p:nvPr>
        </p:nvSpPr>
        <p:spPr bwMode="auto">
          <a:xfrm>
            <a:off x="522288" y="2930525"/>
            <a:ext cx="7561262" cy="30527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r>
              <a:rPr lang="en-US" altLang="zh-CN" b="1" smtClean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     </a:t>
            </a:r>
            <a:r>
              <a:rPr lang="zh-CN" altLang="en-US" b="1" smtClean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称为内压，是由于分子间有吸引力而对压力的校正；</a:t>
            </a:r>
          </a:p>
          <a:p>
            <a:endParaRPr lang="zh-CN" altLang="en-US" b="1" i="1" smtClean="0">
              <a:solidFill>
                <a:srgbClr val="0000FF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r>
              <a:rPr lang="en-US" altLang="zh-CN" b="1" i="1" smtClean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b</a:t>
            </a:r>
            <a:r>
              <a:rPr lang="zh-CN" altLang="en-US" b="1" smtClean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称为已占体积，是由于分子有一定大小而对体积的校正，它相当于</a:t>
            </a:r>
            <a:r>
              <a:rPr lang="en-US" altLang="zh-CN" b="1" smtClean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</a:t>
            </a:r>
            <a:r>
              <a:rPr lang="zh-CN" altLang="en-US" b="1" smtClean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摩尔气体中所有分子本身体积的</a:t>
            </a:r>
            <a:r>
              <a:rPr lang="en-US" altLang="zh-CN" b="1" smtClean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4</a:t>
            </a:r>
            <a:r>
              <a:rPr lang="zh-CN" altLang="en-US" b="1" smtClean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倍。</a:t>
            </a:r>
          </a:p>
        </p:txBody>
      </p:sp>
      <p:sp>
        <p:nvSpPr>
          <p:cNvPr id="44035" name="Rectangle 3"/>
          <p:cNvSpPr>
            <a:spLocks noChangeArrowheads="1"/>
          </p:cNvSpPr>
          <p:nvPr/>
        </p:nvSpPr>
        <p:spPr bwMode="auto">
          <a:xfrm>
            <a:off x="774700" y="498475"/>
            <a:ext cx="18415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graphicFrame>
        <p:nvGraphicFramePr>
          <p:cNvPr id="44036" name="Object 4"/>
          <p:cNvGraphicFramePr>
            <a:graphicFrameLocks noChangeAspect="1"/>
          </p:cNvGraphicFramePr>
          <p:nvPr/>
        </p:nvGraphicFramePr>
        <p:xfrm>
          <a:off x="1169988" y="2822575"/>
          <a:ext cx="863600" cy="5603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4057" name="公式" r:id="rId3" imgW="355446" imgH="228501" progId="Equation.3">
                  <p:embed/>
                </p:oleObj>
              </mc:Choice>
              <mc:Fallback>
                <p:oleObj name="公式" r:id="rId3" imgW="355446" imgH="228501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69988" y="2822575"/>
                        <a:ext cx="863600" cy="5603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4037" name="Object 5"/>
          <p:cNvGraphicFramePr>
            <a:graphicFrameLocks noChangeAspect="1"/>
          </p:cNvGraphicFramePr>
          <p:nvPr/>
        </p:nvGraphicFramePr>
        <p:xfrm>
          <a:off x="1979613" y="1196975"/>
          <a:ext cx="3838575" cy="1273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4058" name="公式" r:id="rId5" imgW="1371600" imgH="457200" progId="Equation.3">
                  <p:embed/>
                </p:oleObj>
              </mc:Choice>
              <mc:Fallback>
                <p:oleObj name="公式" r:id="rId5" imgW="1371600" imgH="45720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79613" y="1196975"/>
                        <a:ext cx="3838575" cy="12731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4038" name="Rectangle 7"/>
          <p:cNvSpPr>
            <a:spLocks noChangeArrowheads="1"/>
          </p:cNvSpPr>
          <p:nvPr/>
        </p:nvSpPr>
        <p:spPr bwMode="auto">
          <a:xfrm>
            <a:off x="1169988" y="196850"/>
            <a:ext cx="4168775" cy="647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3600" b="1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范德华方程</a:t>
            </a:r>
            <a:endParaRPr lang="zh-CN" altLang="en-US" sz="3600">
              <a:solidFill>
                <a:srgbClr val="FF0000"/>
              </a:solidFill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Text Box 10"/>
          <p:cNvSpPr txBox="1">
            <a:spLocks noChangeArrowheads="1"/>
          </p:cNvSpPr>
          <p:nvPr/>
        </p:nvSpPr>
        <p:spPr bwMode="auto">
          <a:xfrm>
            <a:off x="1090613" y="1370013"/>
            <a:ext cx="2663825" cy="5222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zh-CN" altLang="en-US" sz="2800" b="1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平均热容</a:t>
            </a:r>
            <a:endParaRPr kumimoji="1" lang="zh-CN" altLang="en-US" sz="2800"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graphicFrame>
        <p:nvGraphicFramePr>
          <p:cNvPr id="45059" name="Object 11"/>
          <p:cNvGraphicFramePr>
            <a:graphicFrameLocks noChangeAspect="1"/>
          </p:cNvGraphicFramePr>
          <p:nvPr/>
        </p:nvGraphicFramePr>
        <p:xfrm>
          <a:off x="1133475" y="1722438"/>
          <a:ext cx="2867025" cy="892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5146" name="公式" r:id="rId3" imgW="1411200" imgH="438480" progId="Equation.3">
                  <p:embed/>
                </p:oleObj>
              </mc:Choice>
              <mc:Fallback>
                <p:oleObj name="公式" r:id="rId3" imgW="1411200" imgH="438480" progId="Equation.3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33475" y="1722438"/>
                        <a:ext cx="2867025" cy="8921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5060" name="Text Box 14"/>
          <p:cNvSpPr txBox="1">
            <a:spLocks noChangeArrowheads="1"/>
          </p:cNvSpPr>
          <p:nvPr/>
        </p:nvSpPr>
        <p:spPr bwMode="auto">
          <a:xfrm>
            <a:off x="5062538" y="1258888"/>
            <a:ext cx="1800225" cy="523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zh-CN" altLang="en-US" sz="2800" b="1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真热容</a:t>
            </a:r>
            <a:endParaRPr kumimoji="1" lang="zh-CN" altLang="en-US" sz="2800"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sp>
        <p:nvSpPr>
          <p:cNvPr id="45061" name="Text Box 15"/>
          <p:cNvSpPr txBox="1">
            <a:spLocks noChangeArrowheads="1"/>
          </p:cNvSpPr>
          <p:nvPr/>
        </p:nvSpPr>
        <p:spPr bwMode="auto">
          <a:xfrm>
            <a:off x="1173163" y="2687638"/>
            <a:ext cx="3235325" cy="523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zh-CN" altLang="en-US" sz="2800" b="1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摩尔定容热容</a:t>
            </a:r>
            <a:endParaRPr kumimoji="1" lang="zh-CN" altLang="en-US" sz="2800"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sp>
        <p:nvSpPr>
          <p:cNvPr id="45062" name="Text Box 16"/>
          <p:cNvSpPr txBox="1">
            <a:spLocks noChangeArrowheads="1"/>
          </p:cNvSpPr>
          <p:nvPr/>
        </p:nvSpPr>
        <p:spPr bwMode="auto">
          <a:xfrm>
            <a:off x="4932363" y="2732088"/>
            <a:ext cx="3241675" cy="5222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zh-CN" altLang="en-US" sz="2800" b="1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标准摩尔定压热容</a:t>
            </a:r>
          </a:p>
        </p:txBody>
      </p:sp>
      <p:graphicFrame>
        <p:nvGraphicFramePr>
          <p:cNvPr id="45063" name="Object 17"/>
          <p:cNvGraphicFramePr>
            <a:graphicFrameLocks noChangeAspect="1"/>
          </p:cNvGraphicFramePr>
          <p:nvPr/>
        </p:nvGraphicFramePr>
        <p:xfrm>
          <a:off x="5389563" y="1741488"/>
          <a:ext cx="1649412" cy="9382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5147" name="公式" r:id="rId5" imgW="705600" imgH="400320" progId="Equation.3">
                  <p:embed/>
                </p:oleObj>
              </mc:Choice>
              <mc:Fallback>
                <p:oleObj name="公式" r:id="rId5" imgW="705600" imgH="400320" progId="Equation.3">
                  <p:embed/>
                  <p:pic>
                    <p:nvPicPr>
                      <p:cNvPr id="0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89563" y="1741488"/>
                        <a:ext cx="1649412" cy="9382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5064" name="Object 19"/>
          <p:cNvGraphicFramePr>
            <a:graphicFrameLocks noChangeAspect="1"/>
          </p:cNvGraphicFramePr>
          <p:nvPr/>
        </p:nvGraphicFramePr>
        <p:xfrm>
          <a:off x="1200150" y="3254375"/>
          <a:ext cx="2382838" cy="1017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5148" name="公式" r:id="rId7" imgW="1058400" imgH="447840" progId="Equation.3">
                  <p:embed/>
                </p:oleObj>
              </mc:Choice>
              <mc:Fallback>
                <p:oleObj name="公式" r:id="rId7" imgW="1058400" imgH="447840" progId="Equation.3">
                  <p:embed/>
                  <p:pic>
                    <p:nvPicPr>
                      <p:cNvPr id="0" name="Object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00150" y="3254375"/>
                        <a:ext cx="2382838" cy="10175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5065" name="Object 21"/>
          <p:cNvGraphicFramePr>
            <a:graphicFrameLocks noChangeAspect="1"/>
          </p:cNvGraphicFramePr>
          <p:nvPr/>
        </p:nvGraphicFramePr>
        <p:xfrm>
          <a:off x="5183188" y="3284538"/>
          <a:ext cx="2063750" cy="9191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5149" name="公式" r:id="rId9" imgW="934560" imgH="409680" progId="Equation.3">
                  <p:embed/>
                </p:oleObj>
              </mc:Choice>
              <mc:Fallback>
                <p:oleObj name="公式" r:id="rId9" imgW="934560" imgH="409680" progId="Equation.3">
                  <p:embed/>
                  <p:pic>
                    <p:nvPicPr>
                      <p:cNvPr id="0" name="Object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83188" y="3284538"/>
                        <a:ext cx="2063750" cy="9191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Text Box 28"/>
          <p:cNvSpPr txBox="1">
            <a:spLocks noChangeArrowheads="1"/>
          </p:cNvSpPr>
          <p:nvPr/>
        </p:nvSpPr>
        <p:spPr bwMode="auto">
          <a:xfrm>
            <a:off x="1476375" y="188913"/>
            <a:ext cx="5688013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kumimoji="1" lang="zh-CN" altLang="en-US" sz="4000" b="1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黑体" pitchFamily="2" charset="-122"/>
              </a:rPr>
              <a:t>热容</a:t>
            </a:r>
          </a:p>
        </p:txBody>
      </p:sp>
      <p:sp>
        <p:nvSpPr>
          <p:cNvPr id="18" name="Rectangle 34"/>
          <p:cNvSpPr>
            <a:spLocks noChangeArrowheads="1"/>
          </p:cNvSpPr>
          <p:nvPr/>
        </p:nvSpPr>
        <p:spPr bwMode="auto">
          <a:xfrm>
            <a:off x="588963" y="4554538"/>
            <a:ext cx="3097212" cy="5254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rgbClr val="FFFF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zh-CN" sz="2800" b="1">
                <a:solidFill>
                  <a:srgbClr val="FF0000"/>
                </a:solidFill>
                <a:ea typeface="黑体" panose="02010609060101010101" pitchFamily="49" charset="-122"/>
              </a:rPr>
              <a:t>理想气体的热容</a:t>
            </a:r>
            <a:endParaRPr lang="zh-CN" altLang="en-US" sz="2800" b="1">
              <a:solidFill>
                <a:srgbClr val="FF0000"/>
              </a:solidFill>
              <a:ea typeface="黑体" panose="02010609060101010101" pitchFamily="49" charset="-122"/>
            </a:endParaRPr>
          </a:p>
        </p:txBody>
      </p:sp>
      <p:graphicFrame>
        <p:nvGraphicFramePr>
          <p:cNvPr id="19" name="Object 35"/>
          <p:cNvGraphicFramePr>
            <a:graphicFrameLocks noChangeAspect="1"/>
          </p:cNvGraphicFramePr>
          <p:nvPr/>
        </p:nvGraphicFramePr>
        <p:xfrm>
          <a:off x="3541713" y="5006975"/>
          <a:ext cx="1654175" cy="4841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5150" name="Equation" r:id="rId11" imgW="858240" imgH="247680" progId="Equation.DSMT4">
                  <p:embed/>
                </p:oleObj>
              </mc:Choice>
              <mc:Fallback>
                <p:oleObj name="Equation" r:id="rId11" imgW="858240" imgH="247680" progId="Equation.DSMT4">
                  <p:embed/>
                  <p:pic>
                    <p:nvPicPr>
                      <p:cNvPr id="0" name="Object 3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41713" y="5006975"/>
                        <a:ext cx="1654175" cy="4841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 type="none" w="sm" len="sm"/>
                            <a:tailEnd type="none" w="sm" len="sm"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" name="Object 36"/>
          <p:cNvGraphicFramePr>
            <a:graphicFrameLocks noChangeAspect="1"/>
          </p:cNvGraphicFramePr>
          <p:nvPr/>
        </p:nvGraphicFramePr>
        <p:xfrm>
          <a:off x="3541713" y="5578475"/>
          <a:ext cx="1655762" cy="4841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5151" name="Equation" r:id="rId13" imgW="858240" imgH="247680" progId="Equation.DSMT4">
                  <p:embed/>
                </p:oleObj>
              </mc:Choice>
              <mc:Fallback>
                <p:oleObj name="Equation" r:id="rId13" imgW="858240" imgH="247680" progId="Equation.DSMT4">
                  <p:embed/>
                  <p:pic>
                    <p:nvPicPr>
                      <p:cNvPr id="0" name="Object 3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41713" y="5578475"/>
                        <a:ext cx="1655762" cy="4841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 type="none" w="sm" len="sm"/>
                            <a:tailEnd type="none" w="sm" len="sm"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" name="Text Box 37"/>
          <p:cNvSpPr txBox="1">
            <a:spLocks noChangeArrowheads="1"/>
          </p:cNvSpPr>
          <p:nvPr/>
        </p:nvSpPr>
        <p:spPr bwMode="auto">
          <a:xfrm>
            <a:off x="1200150" y="4987925"/>
            <a:ext cx="2160588" cy="5254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rgbClr val="FFFF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 b="1">
                <a:solidFill>
                  <a:srgbClr val="FF0000"/>
                </a:solidFill>
                <a:ea typeface="黑体" panose="02010609060101010101" pitchFamily="49" charset="-122"/>
              </a:rPr>
              <a:t>单原子分子：</a:t>
            </a:r>
          </a:p>
        </p:txBody>
      </p:sp>
      <p:sp>
        <p:nvSpPr>
          <p:cNvPr id="22" name="Text Box 38"/>
          <p:cNvSpPr txBox="1">
            <a:spLocks noChangeArrowheads="1"/>
          </p:cNvSpPr>
          <p:nvPr/>
        </p:nvSpPr>
        <p:spPr bwMode="auto">
          <a:xfrm>
            <a:off x="1200150" y="5491163"/>
            <a:ext cx="2382838" cy="5254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rgbClr val="FFFF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 b="1">
                <a:solidFill>
                  <a:srgbClr val="FF0000"/>
                </a:solidFill>
                <a:ea typeface="黑体" panose="02010609060101010101" pitchFamily="49" charset="-122"/>
              </a:rPr>
              <a:t>双原子分子：</a:t>
            </a:r>
          </a:p>
        </p:txBody>
      </p:sp>
      <p:graphicFrame>
        <p:nvGraphicFramePr>
          <p:cNvPr id="23" name="Object 41"/>
          <p:cNvGraphicFramePr>
            <a:graphicFrameLocks noChangeAspect="1"/>
          </p:cNvGraphicFramePr>
          <p:nvPr/>
        </p:nvGraphicFramePr>
        <p:xfrm>
          <a:off x="5605463" y="4981575"/>
          <a:ext cx="1628775" cy="4841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5152" name="Equation" r:id="rId15" imgW="839160" imgH="247680" progId="Equation.DSMT4">
                  <p:embed/>
                </p:oleObj>
              </mc:Choice>
              <mc:Fallback>
                <p:oleObj name="Equation" r:id="rId15" imgW="839160" imgH="247680" progId="Equation.DSMT4">
                  <p:embed/>
                  <p:pic>
                    <p:nvPicPr>
                      <p:cNvPr id="0" name="Object 4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05463" y="4981575"/>
                        <a:ext cx="1628775" cy="4841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 type="none" w="sm" len="sm"/>
                            <a:tailEnd type="none" w="sm" len="sm"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" name="Object 42"/>
          <p:cNvGraphicFramePr>
            <a:graphicFrameLocks noChangeAspect="1"/>
          </p:cNvGraphicFramePr>
          <p:nvPr/>
        </p:nvGraphicFramePr>
        <p:xfrm>
          <a:off x="5581650" y="5532438"/>
          <a:ext cx="1630363" cy="4841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5153" name="Equation" r:id="rId17" imgW="839160" imgH="247680" progId="Equation.DSMT4">
                  <p:embed/>
                </p:oleObj>
              </mc:Choice>
              <mc:Fallback>
                <p:oleObj name="Equation" r:id="rId17" imgW="839160" imgH="247680" progId="Equation.DSMT4">
                  <p:embed/>
                  <p:pic>
                    <p:nvPicPr>
                      <p:cNvPr id="0" name="Object 4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81650" y="5532438"/>
                        <a:ext cx="1630363" cy="4841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 type="none" w="sm" len="sm"/>
                            <a:tailEnd type="none" w="sm" len="sm"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  <p:bldP spid="21" grpId="0"/>
      <p:bldP spid="22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52" name="Text Box 52"/>
          <p:cNvSpPr txBox="1">
            <a:spLocks noChangeArrowheads="1"/>
          </p:cNvSpPr>
          <p:nvPr/>
        </p:nvSpPr>
        <p:spPr bwMode="auto">
          <a:xfrm>
            <a:off x="1042988" y="260350"/>
            <a:ext cx="7507287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kumimoji="1" lang="zh-CN" altLang="en-US" sz="3200" b="1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</a:rPr>
              <a:t>理想气体 </a:t>
            </a:r>
            <a:r>
              <a:rPr kumimoji="1" lang="en-US" altLang="zh-CN" sz="3200" b="1" i="1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</a:rPr>
              <a:t>pVT</a:t>
            </a:r>
            <a:r>
              <a:rPr kumimoji="1" lang="en-US" altLang="zh-CN" sz="3200" b="1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</a:rPr>
              <a:t> </a:t>
            </a:r>
            <a:r>
              <a:rPr kumimoji="1" lang="zh-CN" altLang="en-US" sz="3200" b="1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</a:rPr>
              <a:t>变化中热力学函数的变化</a:t>
            </a:r>
          </a:p>
        </p:txBody>
      </p:sp>
      <p:grpSp>
        <p:nvGrpSpPr>
          <p:cNvPr id="46083" name="Group 64"/>
          <p:cNvGrpSpPr>
            <a:grpSpLocks/>
          </p:cNvGrpSpPr>
          <p:nvPr/>
        </p:nvGrpSpPr>
        <p:grpSpPr bwMode="auto">
          <a:xfrm>
            <a:off x="1123950" y="1347788"/>
            <a:ext cx="7343775" cy="3640137"/>
            <a:chOff x="295" y="709"/>
            <a:chExt cx="5035" cy="2449"/>
          </a:xfrm>
        </p:grpSpPr>
        <p:sp>
          <p:nvSpPr>
            <p:cNvPr id="46089" name="AutoShape 60"/>
            <p:cNvSpPr>
              <a:spLocks noChangeArrowheads="1"/>
            </p:cNvSpPr>
            <p:nvPr/>
          </p:nvSpPr>
          <p:spPr bwMode="auto">
            <a:xfrm>
              <a:off x="295" y="709"/>
              <a:ext cx="5035" cy="2449"/>
            </a:xfrm>
            <a:prstGeom prst="roundRect">
              <a:avLst>
                <a:gd name="adj" fmla="val 16667"/>
              </a:avLst>
            </a:prstGeom>
            <a:solidFill>
              <a:srgbClr val="C0C0C0">
                <a:alpha val="61960"/>
              </a:srgbClr>
            </a:solidFill>
            <a:ln w="12700" algn="ctr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grpSp>
          <p:nvGrpSpPr>
            <p:cNvPr id="46090" name="Group 63"/>
            <p:cNvGrpSpPr>
              <a:grpSpLocks/>
            </p:cNvGrpSpPr>
            <p:nvPr/>
          </p:nvGrpSpPr>
          <p:grpSpPr bwMode="auto">
            <a:xfrm>
              <a:off x="476" y="709"/>
              <a:ext cx="4601" cy="2410"/>
              <a:chOff x="476" y="709"/>
              <a:chExt cx="4601" cy="2410"/>
            </a:xfrm>
          </p:grpSpPr>
          <p:graphicFrame>
            <p:nvGraphicFramePr>
              <p:cNvPr id="46091" name="Object 21"/>
              <p:cNvGraphicFramePr>
                <a:graphicFrameLocks noChangeAspect="1"/>
              </p:cNvGraphicFramePr>
              <p:nvPr/>
            </p:nvGraphicFramePr>
            <p:xfrm>
              <a:off x="476" y="709"/>
              <a:ext cx="1814" cy="423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46178" name="公式" r:id="rId3" imgW="1300705" imgH="299351" progId="Equation.3">
                      <p:embed/>
                    </p:oleObj>
                  </mc:Choice>
                  <mc:Fallback>
                    <p:oleObj name="公式" r:id="rId3" imgW="1300705" imgH="299351" progId="Equation.3">
                      <p:embed/>
                      <p:pic>
                        <p:nvPicPr>
                          <p:cNvPr id="0" name="Object 21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4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76" y="709"/>
                            <a:ext cx="1814" cy="423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46092" name="Object 55"/>
              <p:cNvGraphicFramePr>
                <a:graphicFrameLocks noChangeAspect="1"/>
              </p:cNvGraphicFramePr>
              <p:nvPr/>
            </p:nvGraphicFramePr>
            <p:xfrm>
              <a:off x="476" y="2205"/>
              <a:ext cx="3765" cy="64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46179" name="Equation" r:id="rId5" imgW="2612571" imgH="440702" progId="Equation.DSMT4">
                      <p:embed/>
                    </p:oleObj>
                  </mc:Choice>
                  <mc:Fallback>
                    <p:oleObj name="Equation" r:id="rId5" imgW="2612571" imgH="440702" progId="Equation.DSMT4">
                      <p:embed/>
                      <p:pic>
                        <p:nvPicPr>
                          <p:cNvPr id="0" name="Object 55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6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76" y="2205"/>
                            <a:ext cx="3765" cy="640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46093" name="Object 24"/>
              <p:cNvGraphicFramePr>
                <a:graphicFrameLocks noChangeAspect="1"/>
              </p:cNvGraphicFramePr>
              <p:nvPr/>
            </p:nvGraphicFramePr>
            <p:xfrm>
              <a:off x="3152" y="709"/>
              <a:ext cx="1723" cy="39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46180" name="公式" r:id="rId7" imgW="1317277" imgH="299351" progId="Equation.3">
                      <p:embed/>
                    </p:oleObj>
                  </mc:Choice>
                  <mc:Fallback>
                    <p:oleObj name="公式" r:id="rId7" imgW="1317277" imgH="299351" progId="Equation.3">
                      <p:embed/>
                      <p:pic>
                        <p:nvPicPr>
                          <p:cNvPr id="0" name="Object 24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8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152" y="709"/>
                            <a:ext cx="1723" cy="398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46094" name="Object 49"/>
              <p:cNvGraphicFramePr>
                <a:graphicFrameLocks noChangeAspect="1"/>
              </p:cNvGraphicFramePr>
              <p:nvPr/>
            </p:nvGraphicFramePr>
            <p:xfrm>
              <a:off x="476" y="1117"/>
              <a:ext cx="4601" cy="94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46181" name="公式" r:id="rId9" imgW="3222341" imgH="653067" progId="Equation.3">
                      <p:embed/>
                    </p:oleObj>
                  </mc:Choice>
                  <mc:Fallback>
                    <p:oleObj name="公式" r:id="rId9" imgW="3222341" imgH="653067" progId="Equation.3">
                      <p:embed/>
                      <p:pic>
                        <p:nvPicPr>
                          <p:cNvPr id="0" name="Object 49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0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76" y="1117"/>
                            <a:ext cx="4601" cy="940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46095" name="Object 50"/>
              <p:cNvGraphicFramePr>
                <a:graphicFrameLocks noChangeAspect="1"/>
              </p:cNvGraphicFramePr>
              <p:nvPr/>
            </p:nvGraphicFramePr>
            <p:xfrm>
              <a:off x="748" y="1434"/>
              <a:ext cx="2205" cy="856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46182" name="Equation" r:id="rId11" imgW="1698087" imgH="653067" progId="Equation.DSMT4">
                      <p:embed/>
                    </p:oleObj>
                  </mc:Choice>
                  <mc:Fallback>
                    <p:oleObj name="Equation" r:id="rId11" imgW="1698087" imgH="653067" progId="Equation.DSMT4">
                      <p:embed/>
                      <p:pic>
                        <p:nvPicPr>
                          <p:cNvPr id="0" name="Object 50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2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748" y="1434"/>
                            <a:ext cx="2205" cy="856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46096" name="Object 56"/>
              <p:cNvGraphicFramePr>
                <a:graphicFrameLocks noChangeAspect="1"/>
              </p:cNvGraphicFramePr>
              <p:nvPr/>
            </p:nvGraphicFramePr>
            <p:xfrm>
              <a:off x="476" y="2704"/>
              <a:ext cx="1451" cy="415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46183" name="Equation" r:id="rId13" imgW="1061262" imgH="299351" progId="Equation.DSMT4">
                      <p:embed/>
                    </p:oleObj>
                  </mc:Choice>
                  <mc:Fallback>
                    <p:oleObj name="Equation" r:id="rId13" imgW="1061262" imgH="299351" progId="Equation.DSMT4">
                      <p:embed/>
                      <p:pic>
                        <p:nvPicPr>
                          <p:cNvPr id="0" name="Object 56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4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76" y="2704"/>
                            <a:ext cx="1451" cy="415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</p:grpSp>
      <p:sp>
        <p:nvSpPr>
          <p:cNvPr id="46084" name="Text Box 65"/>
          <p:cNvSpPr txBox="1">
            <a:spLocks noChangeArrowheads="1"/>
          </p:cNvSpPr>
          <p:nvPr/>
        </p:nvSpPr>
        <p:spPr bwMode="auto">
          <a:xfrm>
            <a:off x="404813" y="5207000"/>
            <a:ext cx="3851275" cy="5222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800" b="1" i="1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W</a:t>
            </a:r>
            <a:r>
              <a:rPr lang="zh-CN" altLang="en-US" sz="2800" b="1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和</a:t>
            </a:r>
            <a:r>
              <a:rPr lang="en-US" altLang="zh-CN" sz="2800" b="1" i="1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Q</a:t>
            </a:r>
            <a:r>
              <a:rPr lang="zh-CN" altLang="en-US" sz="2800" b="1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的计算</a:t>
            </a:r>
          </a:p>
        </p:txBody>
      </p:sp>
      <p:graphicFrame>
        <p:nvGraphicFramePr>
          <p:cNvPr id="46085" name="Object 66"/>
          <p:cNvGraphicFramePr>
            <a:graphicFrameLocks noChangeAspect="1"/>
          </p:cNvGraphicFramePr>
          <p:nvPr/>
        </p:nvGraphicFramePr>
        <p:xfrm>
          <a:off x="4456113" y="5945188"/>
          <a:ext cx="1865312" cy="6969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6184" name="Equation" r:id="rId15" imgW="946951" imgH="348280" progId="Equation.DSMT4">
                  <p:embed/>
                </p:oleObj>
              </mc:Choice>
              <mc:Fallback>
                <p:oleObj name="Equation" r:id="rId15" imgW="946951" imgH="348280" progId="Equation.DSMT4">
                  <p:embed/>
                  <p:pic>
                    <p:nvPicPr>
                      <p:cNvPr id="0" name="Object 6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56113" y="5945188"/>
                        <a:ext cx="1865312" cy="6969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 type="none" w="sm" len="sm"/>
                            <a:tailEnd type="none" w="sm" len="sm"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6086" name="Object 78"/>
          <p:cNvGraphicFramePr>
            <a:graphicFrameLocks noChangeAspect="1"/>
          </p:cNvGraphicFramePr>
          <p:nvPr/>
        </p:nvGraphicFramePr>
        <p:xfrm>
          <a:off x="530225" y="5883275"/>
          <a:ext cx="2039938" cy="696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6185" name="Equation" r:id="rId17" imgW="1034206" imgH="348280" progId="Equation.DSMT4">
                  <p:embed/>
                </p:oleObj>
              </mc:Choice>
              <mc:Fallback>
                <p:oleObj name="Equation" r:id="rId17" imgW="1034206" imgH="348280" progId="Equation.DSMT4">
                  <p:embed/>
                  <p:pic>
                    <p:nvPicPr>
                      <p:cNvPr id="0" name="Object 7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0225" y="5883275"/>
                        <a:ext cx="2039938" cy="6969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 type="none" w="sm" len="sm"/>
                            <a:tailEnd type="none" w="sm" len="sm"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6087" name="Text Box 79"/>
          <p:cNvSpPr txBox="1">
            <a:spLocks noChangeArrowheads="1"/>
          </p:cNvSpPr>
          <p:nvPr/>
        </p:nvSpPr>
        <p:spPr bwMode="auto">
          <a:xfrm>
            <a:off x="2820988" y="5984875"/>
            <a:ext cx="1635125" cy="5222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 b="1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可逆过程</a:t>
            </a:r>
          </a:p>
        </p:txBody>
      </p:sp>
      <p:graphicFrame>
        <p:nvGraphicFramePr>
          <p:cNvPr id="46088" name="Object 80"/>
          <p:cNvGraphicFramePr>
            <a:graphicFrameLocks noChangeAspect="1"/>
          </p:cNvGraphicFramePr>
          <p:nvPr/>
        </p:nvGraphicFramePr>
        <p:xfrm>
          <a:off x="6975475" y="6080125"/>
          <a:ext cx="1728788" cy="4270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6186" name="Equation" r:id="rId19" imgW="821819" imgH="196056" progId="Equation.DSMT4">
                  <p:embed/>
                </p:oleObj>
              </mc:Choice>
              <mc:Fallback>
                <p:oleObj name="Equation" r:id="rId19" imgW="821819" imgH="196056" progId="Equation.DSMT4">
                  <p:embed/>
                  <p:pic>
                    <p:nvPicPr>
                      <p:cNvPr id="0" name="Object 8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75475" y="6080125"/>
                        <a:ext cx="1728788" cy="4270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slow">
    <p:wipe dir="d"/>
  </p:transition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Text Box 2"/>
          <p:cNvSpPr txBox="1">
            <a:spLocks noChangeArrowheads="1"/>
          </p:cNvSpPr>
          <p:nvPr/>
        </p:nvSpPr>
        <p:spPr bwMode="auto">
          <a:xfrm>
            <a:off x="644525" y="2006600"/>
            <a:ext cx="76327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800" b="1">
                <a:latin typeface="Times New Roman" panose="02020603050405020304" pitchFamily="18" charset="0"/>
                <a:ea typeface="黑体" panose="02010609060101010101" pitchFamily="49" charset="-122"/>
              </a:rPr>
              <a:t>（</a:t>
            </a:r>
            <a:r>
              <a:rPr lang="en-US" altLang="zh-CN" sz="2800" b="1">
                <a:latin typeface="Times New Roman" panose="02020603050405020304" pitchFamily="18" charset="0"/>
                <a:ea typeface="黑体" panose="02010609060101010101" pitchFamily="49" charset="-122"/>
              </a:rPr>
              <a:t>1</a:t>
            </a:r>
            <a:r>
              <a:rPr lang="zh-CN" altLang="en-US" sz="2800" b="1">
                <a:latin typeface="Times New Roman" panose="02020603050405020304" pitchFamily="18" charset="0"/>
                <a:ea typeface="黑体" panose="02010609060101010101" pitchFamily="49" charset="-122"/>
              </a:rPr>
              <a:t>）</a:t>
            </a:r>
            <a:r>
              <a:rPr lang="zh-CN" altLang="en-US" sz="2800" b="1">
                <a:ea typeface="黑体" panose="02010609060101010101" pitchFamily="49" charset="-122"/>
              </a:rPr>
              <a:t>理想气体的</a:t>
            </a:r>
            <a:r>
              <a:rPr lang="zh-CN" altLang="en-US" sz="2800" b="1">
                <a:solidFill>
                  <a:srgbClr val="FF0000"/>
                </a:solidFill>
                <a:ea typeface="黑体" panose="02010609060101010101" pitchFamily="49" charset="-122"/>
              </a:rPr>
              <a:t>绝热可逆过程方程</a:t>
            </a:r>
            <a:endParaRPr lang="zh-CN" altLang="en-US" sz="2800" b="1">
              <a:ea typeface="黑体" panose="02010609060101010101" pitchFamily="49" charset="-122"/>
            </a:endParaRPr>
          </a:p>
        </p:txBody>
      </p:sp>
      <p:graphicFrame>
        <p:nvGraphicFramePr>
          <p:cNvPr id="47107" name="Object 3"/>
          <p:cNvGraphicFramePr>
            <a:graphicFrameLocks noChangeAspect="1"/>
          </p:cNvGraphicFramePr>
          <p:nvPr/>
        </p:nvGraphicFramePr>
        <p:xfrm>
          <a:off x="519113" y="2654300"/>
          <a:ext cx="2638425" cy="5540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7191" name="公式" r:id="rId3" imgW="1079500" imgH="228600" progId="Equation.3">
                  <p:embed/>
                </p:oleObj>
              </mc:Choice>
              <mc:Fallback>
                <p:oleObj name="公式" r:id="rId3" imgW="1079500" imgH="22860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9113" y="2654300"/>
                        <a:ext cx="2638425" cy="5540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7108" name="Object 4"/>
          <p:cNvGraphicFramePr>
            <a:graphicFrameLocks noChangeAspect="1"/>
          </p:cNvGraphicFramePr>
          <p:nvPr/>
        </p:nvGraphicFramePr>
        <p:xfrm>
          <a:off x="6380163" y="2654300"/>
          <a:ext cx="1990725" cy="557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7192" name="公式" r:id="rId5" imgW="812447" imgH="228501" progId="Equation.3">
                  <p:embed/>
                </p:oleObj>
              </mc:Choice>
              <mc:Fallback>
                <p:oleObj name="公式" r:id="rId5" imgW="812447" imgH="228501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80163" y="2654300"/>
                        <a:ext cx="1990725" cy="5572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7109" name="Object 5"/>
          <p:cNvGraphicFramePr>
            <a:graphicFrameLocks noChangeAspect="1"/>
          </p:cNvGraphicFramePr>
          <p:nvPr/>
        </p:nvGraphicFramePr>
        <p:xfrm>
          <a:off x="3452813" y="2654300"/>
          <a:ext cx="2274887" cy="595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7193" name="公式" r:id="rId7" imgW="1129810" imgH="253890" progId="Equation.3">
                  <p:embed/>
                </p:oleObj>
              </mc:Choice>
              <mc:Fallback>
                <p:oleObj name="公式" r:id="rId7" imgW="1129810" imgH="25389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52813" y="2654300"/>
                        <a:ext cx="2274887" cy="5953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7110" name="Rectangle 6"/>
          <p:cNvSpPr>
            <a:spLocks noChangeArrowheads="1"/>
          </p:cNvSpPr>
          <p:nvPr/>
        </p:nvSpPr>
        <p:spPr bwMode="auto">
          <a:xfrm>
            <a:off x="852488" y="4530725"/>
            <a:ext cx="215900" cy="228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900"/>
              <a:t> </a:t>
            </a:r>
            <a:endParaRPr lang="en-US" altLang="zh-CN"/>
          </a:p>
        </p:txBody>
      </p:sp>
      <p:sp>
        <p:nvSpPr>
          <p:cNvPr id="47111" name="Text Box 7"/>
          <p:cNvSpPr txBox="1">
            <a:spLocks noChangeArrowheads="1"/>
          </p:cNvSpPr>
          <p:nvPr/>
        </p:nvSpPr>
        <p:spPr bwMode="auto">
          <a:xfrm>
            <a:off x="558800" y="4518025"/>
            <a:ext cx="80645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800" b="1">
                <a:latin typeface="Times New Roman" panose="02020603050405020304" pitchFamily="18" charset="0"/>
                <a:ea typeface="黑体" panose="02010609060101010101" pitchFamily="49" charset="-122"/>
              </a:rPr>
              <a:t>（</a:t>
            </a:r>
            <a:r>
              <a:rPr lang="en-US" altLang="zh-CN" sz="2800" b="1">
                <a:latin typeface="Times New Roman" panose="02020603050405020304" pitchFamily="18" charset="0"/>
                <a:ea typeface="黑体" panose="02010609060101010101" pitchFamily="49" charset="-122"/>
              </a:rPr>
              <a:t>2</a:t>
            </a:r>
            <a:r>
              <a:rPr lang="zh-CN" altLang="en-US" sz="2800" b="1">
                <a:latin typeface="Times New Roman" panose="02020603050405020304" pitchFamily="18" charset="0"/>
                <a:ea typeface="黑体" panose="02010609060101010101" pitchFamily="49" charset="-122"/>
              </a:rPr>
              <a:t>）</a:t>
            </a:r>
            <a:r>
              <a:rPr lang="zh-CN" altLang="en-US" sz="2800" b="1">
                <a:ea typeface="黑体" panose="02010609060101010101" pitchFamily="49" charset="-122"/>
              </a:rPr>
              <a:t>理想气体的</a:t>
            </a:r>
            <a:r>
              <a:rPr lang="zh-CN" altLang="en-US" sz="2800" b="1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绝热不可逆过程</a:t>
            </a:r>
            <a:r>
              <a:rPr lang="zh-CN" altLang="en-US" sz="2800" b="1"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</a:p>
        </p:txBody>
      </p:sp>
      <p:sp>
        <p:nvSpPr>
          <p:cNvPr id="47112" name="Rectangle 8"/>
          <p:cNvSpPr>
            <a:spLocks noChangeArrowheads="1"/>
          </p:cNvSpPr>
          <p:nvPr/>
        </p:nvSpPr>
        <p:spPr bwMode="auto">
          <a:xfrm>
            <a:off x="284163" y="1287463"/>
            <a:ext cx="8339137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2800" b="1">
                <a:latin typeface="Times New Roman" panose="02020603050405020304" pitchFamily="18" charset="0"/>
                <a:ea typeface="黑体" panose="02010609060101010101" pitchFamily="49" charset="-122"/>
              </a:rPr>
              <a:t>理想气体绝热过程</a:t>
            </a:r>
            <a:r>
              <a:rPr lang="en-US" altLang="zh-CN" sz="2800" b="1">
                <a:latin typeface="Times New Roman" panose="02020603050405020304" pitchFamily="18" charset="0"/>
                <a:ea typeface="黑体" panose="02010609060101010101" pitchFamily="49" charset="-122"/>
              </a:rPr>
              <a:t>(              )</a:t>
            </a:r>
            <a:r>
              <a:rPr lang="zh-CN" altLang="en-US" sz="2800" b="1">
                <a:latin typeface="Times New Roman" panose="02020603050405020304" pitchFamily="18" charset="0"/>
                <a:ea typeface="黑体" panose="02010609060101010101" pitchFamily="49" charset="-122"/>
              </a:rPr>
              <a:t>中</a:t>
            </a:r>
            <a:r>
              <a:rPr lang="zh-CN" altLang="en-US" sz="2800" b="1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终态温度</a:t>
            </a:r>
            <a:r>
              <a:rPr lang="en-US" altLang="zh-CN" sz="2800" b="1" i="1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T</a:t>
            </a:r>
            <a:r>
              <a:rPr lang="en-US" altLang="zh-CN" sz="2800" b="1" baseline="-2500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2</a:t>
            </a:r>
            <a:r>
              <a:rPr lang="zh-CN" altLang="en-US" sz="2800" b="1">
                <a:latin typeface="Times New Roman" panose="02020603050405020304" pitchFamily="18" charset="0"/>
                <a:ea typeface="黑体" panose="02010609060101010101" pitchFamily="49" charset="-122"/>
              </a:rPr>
              <a:t>的计算：</a:t>
            </a:r>
          </a:p>
        </p:txBody>
      </p:sp>
      <p:graphicFrame>
        <p:nvGraphicFramePr>
          <p:cNvPr id="47113" name="Object 9"/>
          <p:cNvGraphicFramePr>
            <a:graphicFrameLocks noChangeAspect="1"/>
          </p:cNvGraphicFramePr>
          <p:nvPr/>
        </p:nvGraphicFramePr>
        <p:xfrm>
          <a:off x="6621463" y="2079625"/>
          <a:ext cx="1260475" cy="4714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7194" name="公式" r:id="rId9" imgW="469696" imgH="177723" progId="Equation.3">
                  <p:embed/>
                </p:oleObj>
              </mc:Choice>
              <mc:Fallback>
                <p:oleObj name="公式" r:id="rId9" imgW="469696" imgH="177723" progId="Equation.3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21463" y="2079625"/>
                        <a:ext cx="1260475" cy="4714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7114" name="Object 10"/>
          <p:cNvGraphicFramePr>
            <a:graphicFrameLocks noChangeAspect="1"/>
          </p:cNvGraphicFramePr>
          <p:nvPr/>
        </p:nvGraphicFramePr>
        <p:xfrm>
          <a:off x="3452813" y="1287463"/>
          <a:ext cx="1055687" cy="539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7195" name="公式" r:id="rId11" imgW="393529" imgH="203112" progId="Equation.3">
                  <p:embed/>
                </p:oleObj>
              </mc:Choice>
              <mc:Fallback>
                <p:oleObj name="公式" r:id="rId11" imgW="393529" imgH="203112" progId="Equation.3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52813" y="1287463"/>
                        <a:ext cx="1055687" cy="539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7115" name="Object 11"/>
          <p:cNvGraphicFramePr>
            <a:graphicFrameLocks noChangeAspect="1"/>
          </p:cNvGraphicFramePr>
          <p:nvPr/>
        </p:nvGraphicFramePr>
        <p:xfrm>
          <a:off x="1933575" y="3143250"/>
          <a:ext cx="1735138" cy="1247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7196" name="公式" r:id="rId13" imgW="672808" imgH="495085" progId="Equation.3">
                  <p:embed/>
                </p:oleObj>
              </mc:Choice>
              <mc:Fallback>
                <p:oleObj name="公式" r:id="rId13" imgW="672808" imgH="495085" progId="Equation.3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33575" y="3143250"/>
                        <a:ext cx="1735138" cy="12477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7116" name="Object 17"/>
          <p:cNvGraphicFramePr>
            <a:graphicFrameLocks noChangeAspect="1"/>
          </p:cNvGraphicFramePr>
          <p:nvPr/>
        </p:nvGraphicFramePr>
        <p:xfrm>
          <a:off x="1069975" y="5446713"/>
          <a:ext cx="7715250" cy="5762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7197" name="公式" r:id="rId15" imgW="3251200" imgH="241300" progId="Equation.3">
                  <p:embed/>
                </p:oleObj>
              </mc:Choice>
              <mc:Fallback>
                <p:oleObj name="公式" r:id="rId15" imgW="3251200" imgH="241300" progId="Equation.3">
                  <p:embed/>
                  <p:pic>
                    <p:nvPicPr>
                      <p:cNvPr id="0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69975" y="5446713"/>
                        <a:ext cx="7715250" cy="5762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7117" name="Object 18"/>
          <p:cNvGraphicFramePr>
            <a:graphicFrameLocks noChangeAspect="1"/>
          </p:cNvGraphicFramePr>
          <p:nvPr/>
        </p:nvGraphicFramePr>
        <p:xfrm>
          <a:off x="5894388" y="4487863"/>
          <a:ext cx="2963862" cy="6080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7198" name="公式" r:id="rId17" imgW="1104900" imgH="228600" progId="Equation.3">
                  <p:embed/>
                </p:oleObj>
              </mc:Choice>
              <mc:Fallback>
                <p:oleObj name="公式" r:id="rId17" imgW="1104900" imgH="228600" progId="Equation.3">
                  <p:embed/>
                  <p:pic>
                    <p:nvPicPr>
                      <p:cNvPr id="0" name="Object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94388" y="4487863"/>
                        <a:ext cx="2963862" cy="6080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" name="Text Box 52"/>
          <p:cNvSpPr txBox="1">
            <a:spLocks noChangeArrowheads="1"/>
          </p:cNvSpPr>
          <p:nvPr/>
        </p:nvSpPr>
        <p:spPr bwMode="auto">
          <a:xfrm>
            <a:off x="1116013" y="333375"/>
            <a:ext cx="7507287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defRPr/>
            </a:pPr>
            <a:r>
              <a:rPr kumimoji="1" lang="zh-CN" altLang="en-US" sz="3200" b="1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</a:rPr>
              <a:t>理想气体 </a:t>
            </a:r>
            <a:r>
              <a:rPr kumimoji="1" lang="en-US" altLang="zh-CN" sz="3200" b="1" i="1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</a:rPr>
              <a:t>pVT</a:t>
            </a:r>
            <a:r>
              <a:rPr kumimoji="1" lang="en-US" altLang="zh-CN" sz="3200" b="1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</a:rPr>
              <a:t> </a:t>
            </a:r>
            <a:r>
              <a:rPr kumimoji="1" lang="zh-CN" altLang="en-US" sz="3200" b="1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</a:rPr>
              <a:t>变化中热力学函数的变化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449" name="AutoShape 57"/>
          <p:cNvSpPr>
            <a:spLocks noChangeArrowheads="1"/>
          </p:cNvSpPr>
          <p:nvPr/>
        </p:nvSpPr>
        <p:spPr bwMode="auto">
          <a:xfrm>
            <a:off x="850900" y="1677988"/>
            <a:ext cx="3505200" cy="1752600"/>
          </a:xfrm>
          <a:prstGeom prst="roundRect">
            <a:avLst>
              <a:gd name="adj" fmla="val 16667"/>
            </a:avLst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  <a:extLst/>
        </p:spPr>
        <p:txBody>
          <a:bodyPr wrap="none" anchor="ctr"/>
          <a:lstStyle/>
          <a:p>
            <a:pPr eaLnBrk="1" hangingPunct="1">
              <a:defRPr/>
            </a:pPr>
            <a:endParaRPr lang="zh-CN" altLang="en-US"/>
          </a:p>
        </p:txBody>
      </p:sp>
      <p:sp>
        <p:nvSpPr>
          <p:cNvPr id="59450" name="AutoShape 58"/>
          <p:cNvSpPr>
            <a:spLocks noChangeArrowheads="1"/>
          </p:cNvSpPr>
          <p:nvPr/>
        </p:nvSpPr>
        <p:spPr bwMode="auto">
          <a:xfrm>
            <a:off x="831850" y="3544888"/>
            <a:ext cx="3505200" cy="1962150"/>
          </a:xfrm>
          <a:prstGeom prst="roundRect">
            <a:avLst>
              <a:gd name="adj" fmla="val 16667"/>
            </a:avLst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  <a:extLst/>
        </p:spPr>
        <p:txBody>
          <a:bodyPr wrap="none" anchor="ctr"/>
          <a:lstStyle/>
          <a:p>
            <a:pPr eaLnBrk="1" hangingPunct="1">
              <a:defRPr/>
            </a:pPr>
            <a:endParaRPr lang="zh-CN" altLang="en-US"/>
          </a:p>
        </p:txBody>
      </p:sp>
      <p:sp>
        <p:nvSpPr>
          <p:cNvPr id="59454" name="AutoShape 62"/>
          <p:cNvSpPr>
            <a:spLocks noChangeArrowheads="1"/>
          </p:cNvSpPr>
          <p:nvPr/>
        </p:nvSpPr>
        <p:spPr bwMode="auto">
          <a:xfrm>
            <a:off x="4813300" y="1697038"/>
            <a:ext cx="3505200" cy="1752600"/>
          </a:xfrm>
          <a:prstGeom prst="roundRect">
            <a:avLst>
              <a:gd name="adj" fmla="val 16667"/>
            </a:avLst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  <a:extLst/>
        </p:spPr>
        <p:txBody>
          <a:bodyPr wrap="none" anchor="ctr"/>
          <a:lstStyle/>
          <a:p>
            <a:pPr eaLnBrk="1" hangingPunct="1">
              <a:defRPr/>
            </a:pPr>
            <a:endParaRPr lang="zh-CN" altLang="en-US"/>
          </a:p>
        </p:txBody>
      </p:sp>
      <p:sp>
        <p:nvSpPr>
          <p:cNvPr id="59455" name="AutoShape 63"/>
          <p:cNvSpPr>
            <a:spLocks noChangeArrowheads="1"/>
          </p:cNvSpPr>
          <p:nvPr/>
        </p:nvSpPr>
        <p:spPr bwMode="auto">
          <a:xfrm>
            <a:off x="4794250" y="3563938"/>
            <a:ext cx="3505200" cy="1962150"/>
          </a:xfrm>
          <a:prstGeom prst="roundRect">
            <a:avLst>
              <a:gd name="adj" fmla="val 16667"/>
            </a:avLst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  <a:extLst/>
        </p:spPr>
        <p:txBody>
          <a:bodyPr wrap="none" anchor="ctr"/>
          <a:lstStyle/>
          <a:p>
            <a:pPr eaLnBrk="1" hangingPunct="1">
              <a:defRPr/>
            </a:pPr>
            <a:endParaRPr lang="zh-CN" altLang="en-US"/>
          </a:p>
        </p:txBody>
      </p:sp>
      <p:sp>
        <p:nvSpPr>
          <p:cNvPr id="48134" name="Text Box 66"/>
          <p:cNvSpPr txBox="1">
            <a:spLocks noChangeArrowheads="1"/>
          </p:cNvSpPr>
          <p:nvPr/>
        </p:nvSpPr>
        <p:spPr bwMode="auto">
          <a:xfrm>
            <a:off x="930275" y="1760538"/>
            <a:ext cx="2709863" cy="523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zh-CN" altLang="en-US" sz="2800" b="1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标准摩尔蒸发焓</a:t>
            </a:r>
            <a:endParaRPr kumimoji="1" lang="zh-CN" altLang="en-US" sz="2400"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sp>
        <p:nvSpPr>
          <p:cNvPr id="48135" name="Text Box 68"/>
          <p:cNvSpPr txBox="1">
            <a:spLocks noChangeArrowheads="1"/>
          </p:cNvSpPr>
          <p:nvPr/>
        </p:nvSpPr>
        <p:spPr bwMode="auto">
          <a:xfrm>
            <a:off x="911225" y="3589338"/>
            <a:ext cx="2709863" cy="523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zh-CN" altLang="en-US" sz="2800" b="1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标准摩尔升华焓</a:t>
            </a:r>
            <a:endParaRPr kumimoji="1" lang="zh-CN" altLang="en-US" sz="2400"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sp>
        <p:nvSpPr>
          <p:cNvPr id="48136" name="Text Box 85"/>
          <p:cNvSpPr txBox="1">
            <a:spLocks noChangeArrowheads="1"/>
          </p:cNvSpPr>
          <p:nvPr/>
        </p:nvSpPr>
        <p:spPr bwMode="auto">
          <a:xfrm>
            <a:off x="4968875" y="1779588"/>
            <a:ext cx="2709863" cy="523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zh-CN" altLang="en-US" sz="2800" b="1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标准摩尔熔化焓</a:t>
            </a:r>
            <a:endParaRPr kumimoji="1" lang="zh-CN" altLang="en-US" sz="2400"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sp>
        <p:nvSpPr>
          <p:cNvPr id="48137" name="Text Box 87"/>
          <p:cNvSpPr txBox="1">
            <a:spLocks noChangeArrowheads="1"/>
          </p:cNvSpPr>
          <p:nvPr/>
        </p:nvSpPr>
        <p:spPr bwMode="auto">
          <a:xfrm>
            <a:off x="4949825" y="3608388"/>
            <a:ext cx="2709863" cy="523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zh-CN" altLang="en-US" sz="2800" b="1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标准摩尔转变焓</a:t>
            </a:r>
            <a:endParaRPr kumimoji="1" lang="zh-CN" altLang="en-US" sz="2400"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graphicFrame>
        <p:nvGraphicFramePr>
          <p:cNvPr id="48138" name="Object 94"/>
          <p:cNvGraphicFramePr>
            <a:graphicFrameLocks noChangeAspect="1"/>
          </p:cNvGraphicFramePr>
          <p:nvPr/>
        </p:nvGraphicFramePr>
        <p:xfrm>
          <a:off x="995363" y="2427288"/>
          <a:ext cx="3203575" cy="5667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8189" name="Equation" r:id="rId3" imgW="1866900" imgH="330200" progId="Equation.3">
                  <p:embed/>
                </p:oleObj>
              </mc:Choice>
              <mc:Fallback>
                <p:oleObj name="Equation" r:id="rId3" imgW="1866900" imgH="330200" progId="Equation.3">
                  <p:embed/>
                  <p:pic>
                    <p:nvPicPr>
                      <p:cNvPr id="0" name="Object 9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95363" y="2427288"/>
                        <a:ext cx="3203575" cy="5667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 type="none" w="sm" len="sm"/>
                            <a:tailEnd type="none" w="sm" len="sm"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8139" name="Object 95"/>
          <p:cNvGraphicFramePr>
            <a:graphicFrameLocks noChangeAspect="1"/>
          </p:cNvGraphicFramePr>
          <p:nvPr/>
        </p:nvGraphicFramePr>
        <p:xfrm>
          <a:off x="5006975" y="2395538"/>
          <a:ext cx="3130550" cy="5445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8190" name="Equation" r:id="rId5" imgW="1815312" imgH="317362" progId="Equation.3">
                  <p:embed/>
                </p:oleObj>
              </mc:Choice>
              <mc:Fallback>
                <p:oleObj name="Equation" r:id="rId5" imgW="1815312" imgH="317362" progId="Equation.3">
                  <p:embed/>
                  <p:pic>
                    <p:nvPicPr>
                      <p:cNvPr id="0" name="Object 9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06975" y="2395538"/>
                        <a:ext cx="3130550" cy="5445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 type="none" w="sm" len="sm"/>
                            <a:tailEnd type="none" w="sm" len="sm"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8140" name="Object 96"/>
          <p:cNvGraphicFramePr>
            <a:graphicFrameLocks noChangeAspect="1"/>
          </p:cNvGraphicFramePr>
          <p:nvPr/>
        </p:nvGraphicFramePr>
        <p:xfrm>
          <a:off x="981075" y="4338638"/>
          <a:ext cx="3219450" cy="5445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8191" name="Equation" r:id="rId7" imgW="1866090" imgH="317362" progId="Equation.3">
                  <p:embed/>
                </p:oleObj>
              </mc:Choice>
              <mc:Fallback>
                <p:oleObj name="Equation" r:id="rId7" imgW="1866090" imgH="317362" progId="Equation.3">
                  <p:embed/>
                  <p:pic>
                    <p:nvPicPr>
                      <p:cNvPr id="0" name="Object 9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81075" y="4338638"/>
                        <a:ext cx="3219450" cy="5445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 type="none" w="sm" len="sm"/>
                            <a:tailEnd type="none" w="sm" len="sm"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8141" name="Object 97"/>
          <p:cNvGraphicFramePr>
            <a:graphicFrameLocks noChangeAspect="1"/>
          </p:cNvGraphicFramePr>
          <p:nvPr/>
        </p:nvGraphicFramePr>
        <p:xfrm>
          <a:off x="5032375" y="4113213"/>
          <a:ext cx="3101975" cy="1146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8192" name="Equation" r:id="rId9" imgW="1511300" imgH="558800" progId="Equation.3">
                  <p:embed/>
                </p:oleObj>
              </mc:Choice>
              <mc:Fallback>
                <p:oleObj name="Equation" r:id="rId9" imgW="1511300" imgH="558800" progId="Equation.3">
                  <p:embed/>
                  <p:pic>
                    <p:nvPicPr>
                      <p:cNvPr id="0" name="Object 9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32375" y="4113213"/>
                        <a:ext cx="3101975" cy="11461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 type="none" w="sm" len="sm"/>
                            <a:tailEnd type="none" w="sm" len="sm"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8142" name="Text Box 98"/>
          <p:cNvSpPr txBox="1">
            <a:spLocks noChangeArrowheads="1"/>
          </p:cNvSpPr>
          <p:nvPr/>
        </p:nvSpPr>
        <p:spPr bwMode="auto">
          <a:xfrm>
            <a:off x="1285875" y="223838"/>
            <a:ext cx="6335713" cy="665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kumimoji="1" lang="zh-CN" altLang="en-US" sz="3600" b="1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标准摩尔相变焓</a:t>
            </a:r>
            <a:endParaRPr kumimoji="1" lang="zh-CN" altLang="en-US" sz="3600" b="1">
              <a:solidFill>
                <a:schemeClr val="bg1"/>
              </a:solidFill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graphicFrame>
        <p:nvGraphicFramePr>
          <p:cNvPr id="48143" name="Object 103"/>
          <p:cNvGraphicFramePr>
            <a:graphicFrameLocks noChangeAspect="1"/>
          </p:cNvGraphicFramePr>
          <p:nvPr/>
        </p:nvGraphicFramePr>
        <p:xfrm>
          <a:off x="928688" y="5006975"/>
          <a:ext cx="3495675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8193" name="Equation" r:id="rId11" imgW="1930400" imgH="254000" progId="Equation.3">
                  <p:embed/>
                </p:oleObj>
              </mc:Choice>
              <mc:Fallback>
                <p:oleObj name="Equation" r:id="rId11" imgW="1930400" imgH="254000" progId="Equation.3">
                  <p:embed/>
                  <p:pic>
                    <p:nvPicPr>
                      <p:cNvPr id="0" name="Object 10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28688" y="5006975"/>
                        <a:ext cx="3495675" cy="45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 type="none" w="sm" len="sm"/>
                            <a:tailEnd type="none" w="sm" len="sm"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slow">
    <p:split/>
  </p:transition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AutoShape 38"/>
          <p:cNvSpPr>
            <a:spLocks noChangeArrowheads="1"/>
          </p:cNvSpPr>
          <p:nvPr/>
        </p:nvSpPr>
        <p:spPr bwMode="auto">
          <a:xfrm>
            <a:off x="468313" y="2535238"/>
            <a:ext cx="8351837" cy="2089150"/>
          </a:xfrm>
          <a:prstGeom prst="roundRect">
            <a:avLst>
              <a:gd name="adj" fmla="val 16667"/>
            </a:avLst>
          </a:prstGeom>
          <a:solidFill>
            <a:schemeClr val="tx2">
              <a:lumMod val="20000"/>
              <a:lumOff val="80000"/>
              <a:alpha val="58000"/>
            </a:schemeClr>
          </a:solidFill>
          <a:ln w="9525" algn="ctr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endParaRPr lang="zh-CN" altLang="en-US" sz="2800" b="1"/>
          </a:p>
        </p:txBody>
      </p:sp>
      <p:graphicFrame>
        <p:nvGraphicFramePr>
          <p:cNvPr id="49155" name="Object 4"/>
          <p:cNvGraphicFramePr>
            <a:graphicFrameLocks noChangeAspect="1"/>
          </p:cNvGraphicFramePr>
          <p:nvPr/>
        </p:nvGraphicFramePr>
        <p:xfrm>
          <a:off x="2065338" y="1773238"/>
          <a:ext cx="3240087" cy="5445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9220" name="Equation" r:id="rId3" imgW="1545898" imgH="250422" progId="Equation.DSMT4">
                  <p:embed/>
                </p:oleObj>
              </mc:Choice>
              <mc:Fallback>
                <p:oleObj name="Equation" r:id="rId3" imgW="1545898" imgH="250422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65338" y="1773238"/>
                        <a:ext cx="3240087" cy="5445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9156" name="Object 5"/>
          <p:cNvGraphicFramePr>
            <a:graphicFrameLocks noChangeAspect="1"/>
          </p:cNvGraphicFramePr>
          <p:nvPr/>
        </p:nvGraphicFramePr>
        <p:xfrm>
          <a:off x="827088" y="2608263"/>
          <a:ext cx="3311525" cy="4841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9221" name="Equation" r:id="rId5" imgW="1671031" imgH="234112" progId="Equation.DSMT4">
                  <p:embed/>
                </p:oleObj>
              </mc:Choice>
              <mc:Fallback>
                <p:oleObj name="Equation" r:id="rId5" imgW="1671031" imgH="234112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27088" y="2608263"/>
                        <a:ext cx="3311525" cy="4841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9157" name="Object 6"/>
          <p:cNvGraphicFramePr>
            <a:graphicFrameLocks noChangeAspect="1"/>
          </p:cNvGraphicFramePr>
          <p:nvPr/>
        </p:nvGraphicFramePr>
        <p:xfrm>
          <a:off x="827088" y="3111500"/>
          <a:ext cx="4537075" cy="523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9222" name="Equation" r:id="rId7" imgW="2013963" imgH="223239" progId="Equation.DSMT4">
                  <p:embed/>
                </p:oleObj>
              </mc:Choice>
              <mc:Fallback>
                <p:oleObj name="Equation" r:id="rId7" imgW="2013963" imgH="223239" progId="Equation.DSMT4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27088" y="3111500"/>
                        <a:ext cx="4537075" cy="5238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9158" name="Object 7"/>
          <p:cNvGraphicFramePr>
            <a:graphicFrameLocks noChangeAspect="1"/>
          </p:cNvGraphicFramePr>
          <p:nvPr/>
        </p:nvGraphicFramePr>
        <p:xfrm>
          <a:off x="755650" y="3616325"/>
          <a:ext cx="4392613" cy="5349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9223" name="Equation" r:id="rId9" imgW="2013963" imgH="234112" progId="Equation.DSMT4">
                  <p:embed/>
                </p:oleObj>
              </mc:Choice>
              <mc:Fallback>
                <p:oleObj name="Equation" r:id="rId9" imgW="2013963" imgH="234112" progId="Equation.DSMT4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5650" y="3616325"/>
                        <a:ext cx="4392613" cy="5349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9159" name="Object 8"/>
          <p:cNvGraphicFramePr>
            <a:graphicFrameLocks noChangeAspect="1"/>
          </p:cNvGraphicFramePr>
          <p:nvPr/>
        </p:nvGraphicFramePr>
        <p:xfrm>
          <a:off x="715963" y="4119563"/>
          <a:ext cx="2312987" cy="5191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9224" name="Equation" r:id="rId11" imgW="1088656" imgH="234112" progId="Equation.DSMT4">
                  <p:embed/>
                </p:oleObj>
              </mc:Choice>
              <mc:Fallback>
                <p:oleObj name="Equation" r:id="rId11" imgW="1088656" imgH="234112" progId="Equation.DSMT4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5963" y="4119563"/>
                        <a:ext cx="2312987" cy="5191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9160" name="Object 9"/>
          <p:cNvGraphicFramePr>
            <a:graphicFrameLocks noChangeAspect="1"/>
          </p:cNvGraphicFramePr>
          <p:nvPr/>
        </p:nvGraphicFramePr>
        <p:xfrm>
          <a:off x="3132138" y="4192588"/>
          <a:ext cx="1106487" cy="3667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9225" name="Equation" r:id="rId13" imgW="538748" imgH="174310" progId="Equation.DSMT4">
                  <p:embed/>
                </p:oleObj>
              </mc:Choice>
              <mc:Fallback>
                <p:oleObj name="Equation" r:id="rId13" imgW="538748" imgH="174310" progId="Equation.DSMT4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32138" y="4192588"/>
                        <a:ext cx="1106487" cy="3667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09329" name="Text Box 17"/>
          <p:cNvSpPr txBox="1">
            <a:spLocks noChangeArrowheads="1"/>
          </p:cNvSpPr>
          <p:nvPr/>
        </p:nvSpPr>
        <p:spPr bwMode="auto">
          <a:xfrm>
            <a:off x="1209675" y="280988"/>
            <a:ext cx="6057900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kumimoji="1" lang="zh-CN" altLang="en-US" sz="3600" b="1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</a:rPr>
              <a:t>相变化中热力学函数的变化</a:t>
            </a:r>
          </a:p>
        </p:txBody>
      </p:sp>
      <p:sp>
        <p:nvSpPr>
          <p:cNvPr id="49162" name="Rectangle 19"/>
          <p:cNvSpPr>
            <a:spLocks noChangeArrowheads="1"/>
          </p:cNvSpPr>
          <p:nvPr/>
        </p:nvSpPr>
        <p:spPr bwMode="auto">
          <a:xfrm>
            <a:off x="139700" y="1233488"/>
            <a:ext cx="6788150" cy="5222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 b="1">
                <a:solidFill>
                  <a:srgbClr val="FF0000"/>
                </a:solidFill>
                <a:ea typeface="黑体" panose="02010609060101010101" pitchFamily="49" charset="-122"/>
              </a:rPr>
              <a:t>可逆相变化：恒温恒压过程：</a:t>
            </a:r>
            <a:r>
              <a:rPr lang="zh-CN" altLang="en-US" sz="2800" b="1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△</a:t>
            </a:r>
            <a:r>
              <a:rPr lang="en-US" altLang="zh-CN" sz="2800" b="1" i="1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G</a:t>
            </a:r>
            <a:r>
              <a:rPr lang="en-US" altLang="zh-CN" sz="2800" b="1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=0</a:t>
            </a:r>
          </a:p>
        </p:txBody>
      </p:sp>
      <p:sp>
        <p:nvSpPr>
          <p:cNvPr id="49163" name="Text Box 20"/>
          <p:cNvSpPr txBox="1">
            <a:spLocks noChangeArrowheads="1"/>
          </p:cNvSpPr>
          <p:nvPr/>
        </p:nvSpPr>
        <p:spPr bwMode="auto">
          <a:xfrm>
            <a:off x="5651500" y="3111500"/>
            <a:ext cx="2952750" cy="1384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 b="1">
                <a:solidFill>
                  <a:srgbClr val="FF0000"/>
                </a:solidFill>
                <a:ea typeface="黑体" panose="02010609060101010101" pitchFamily="49" charset="-122"/>
              </a:rPr>
              <a:t>相变焓是必须输入的最重要的物质特性</a:t>
            </a:r>
          </a:p>
        </p:txBody>
      </p:sp>
      <p:sp>
        <p:nvSpPr>
          <p:cNvPr id="49164" name="Rectangle 25"/>
          <p:cNvSpPr>
            <a:spLocks noChangeArrowheads="1"/>
          </p:cNvSpPr>
          <p:nvPr/>
        </p:nvSpPr>
        <p:spPr bwMode="auto">
          <a:xfrm>
            <a:off x="396875" y="4973638"/>
            <a:ext cx="5656263" cy="5222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 b="1">
                <a:solidFill>
                  <a:srgbClr val="FF0000"/>
                </a:solidFill>
                <a:ea typeface="黑体" panose="02010609060101010101" pitchFamily="49" charset="-122"/>
              </a:rPr>
              <a:t>不可逆相变化</a:t>
            </a:r>
          </a:p>
        </p:txBody>
      </p:sp>
      <p:sp>
        <p:nvSpPr>
          <p:cNvPr id="909338" name="Rectangle 26"/>
          <p:cNvSpPr>
            <a:spLocks noChangeArrowheads="1"/>
          </p:cNvSpPr>
          <p:nvPr/>
        </p:nvSpPr>
        <p:spPr bwMode="auto">
          <a:xfrm>
            <a:off x="815975" y="5627688"/>
            <a:ext cx="7656513" cy="5222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lang="zh-CN" altLang="en-US" sz="2800" b="1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</a:rPr>
              <a:t>设计过程</a:t>
            </a:r>
            <a:r>
              <a:rPr lang="en-US" altLang="zh-CN" sz="2800" b="1"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</a:rPr>
              <a:t>——</a:t>
            </a:r>
            <a:r>
              <a:rPr lang="zh-CN" altLang="en-US" sz="2800" b="1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</a:rPr>
              <a:t>利用 </a:t>
            </a:r>
            <a:r>
              <a:rPr lang="en-US" altLang="zh-CN" sz="2800" b="1" i="1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</a:rPr>
              <a:t>pVT </a:t>
            </a:r>
            <a:r>
              <a:rPr lang="zh-CN" altLang="en-US" sz="2800" b="1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</a:rPr>
              <a:t>变化达到或离开平衡线。</a:t>
            </a:r>
          </a:p>
        </p:txBody>
      </p:sp>
    </p:spTree>
  </p:cSld>
  <p:clrMapOvr>
    <a:masterClrMapping/>
  </p:clrMapOvr>
  <p:transition spd="slow">
    <p:wipe dir="d"/>
  </p:transition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0178" name="Object 6"/>
          <p:cNvGraphicFramePr>
            <a:graphicFrameLocks noChangeAspect="1"/>
          </p:cNvGraphicFramePr>
          <p:nvPr/>
        </p:nvGraphicFramePr>
        <p:xfrm>
          <a:off x="890588" y="1901825"/>
          <a:ext cx="5619750" cy="533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0242" name="Equation" r:id="rId4" imgW="2786743" imgH="261295" progId="Equation.DSMT4">
                  <p:embed/>
                </p:oleObj>
              </mc:Choice>
              <mc:Fallback>
                <p:oleObj name="Equation" r:id="rId4" imgW="2786743" imgH="261295" progId="Equation.DSMT4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90588" y="1901825"/>
                        <a:ext cx="5619750" cy="533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0179" name="Object 7"/>
          <p:cNvGraphicFramePr>
            <a:graphicFrameLocks noChangeAspect="1"/>
          </p:cNvGraphicFramePr>
          <p:nvPr/>
        </p:nvGraphicFramePr>
        <p:xfrm>
          <a:off x="890588" y="2584450"/>
          <a:ext cx="2782887" cy="533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0243" name="Equation" r:id="rId6" imgW="1377138" imgH="261295" progId="Equation.DSMT4">
                  <p:embed/>
                </p:oleObj>
              </mc:Choice>
              <mc:Fallback>
                <p:oleObj name="Equation" r:id="rId6" imgW="1377138" imgH="261295" progId="Equation.DSMT4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90588" y="2584450"/>
                        <a:ext cx="2782887" cy="533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0180" name="Object 8"/>
          <p:cNvGraphicFramePr>
            <a:graphicFrameLocks noChangeAspect="1"/>
          </p:cNvGraphicFramePr>
          <p:nvPr/>
        </p:nvGraphicFramePr>
        <p:xfrm>
          <a:off x="890588" y="3273425"/>
          <a:ext cx="5472112" cy="5476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0244" name="Equation" r:id="rId8" imgW="2661610" imgH="261295" progId="Equation.DSMT4">
                  <p:embed/>
                </p:oleObj>
              </mc:Choice>
              <mc:Fallback>
                <p:oleObj name="Equation" r:id="rId8" imgW="2661610" imgH="261295" progId="Equation.DSMT4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90588" y="3273425"/>
                        <a:ext cx="5472112" cy="5476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44849" name="Text Box 17"/>
          <p:cNvSpPr txBox="1">
            <a:spLocks noChangeArrowheads="1"/>
          </p:cNvSpPr>
          <p:nvPr/>
        </p:nvSpPr>
        <p:spPr bwMode="auto">
          <a:xfrm>
            <a:off x="1258888" y="260350"/>
            <a:ext cx="7135812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kumimoji="1" lang="zh-CN" altLang="en-US" sz="3600" b="1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</a:rPr>
              <a:t>化学反应中热力学函数的变化</a:t>
            </a:r>
          </a:p>
        </p:txBody>
      </p:sp>
      <p:sp>
        <p:nvSpPr>
          <p:cNvPr id="1144851" name="Rectangle 19"/>
          <p:cNvSpPr>
            <a:spLocks noChangeArrowheads="1"/>
          </p:cNvSpPr>
          <p:nvPr/>
        </p:nvSpPr>
        <p:spPr bwMode="auto">
          <a:xfrm>
            <a:off x="641350" y="1276350"/>
            <a:ext cx="2268538" cy="5222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kumimoji="1" lang="zh-CN" altLang="en-US" sz="2800" b="1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黑体" panose="02010609060101010101" pitchFamily="49" charset="-122"/>
              </a:rPr>
              <a:t>恒温恒压</a:t>
            </a:r>
          </a:p>
        </p:txBody>
      </p:sp>
      <p:sp>
        <p:nvSpPr>
          <p:cNvPr id="1144852" name="Rectangle 20"/>
          <p:cNvSpPr>
            <a:spLocks noChangeArrowheads="1"/>
          </p:cNvSpPr>
          <p:nvPr/>
        </p:nvSpPr>
        <p:spPr bwMode="auto">
          <a:xfrm>
            <a:off x="428625" y="3892550"/>
            <a:ext cx="7756525" cy="523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kumimoji="1" lang="zh-CN" altLang="en-US" sz="2800" b="1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黑体" panose="02010609060101010101" pitchFamily="49" charset="-122"/>
              </a:rPr>
              <a:t>基尔霍夫方程</a:t>
            </a:r>
            <a:r>
              <a:rPr kumimoji="1" lang="en-US" altLang="zh-CN" sz="2800" b="1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华文细黑" panose="02010600040101010101" pitchFamily="2" charset="-122"/>
                <a:ea typeface="黑体" panose="02010609060101010101" pitchFamily="49" charset="-122"/>
              </a:rPr>
              <a:t>——</a:t>
            </a:r>
            <a:r>
              <a:rPr kumimoji="1" lang="zh-CN" altLang="en-US" sz="2800" b="1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黑体" panose="02010609060101010101" pitchFamily="49" charset="-122"/>
              </a:rPr>
              <a:t>温度对摩尔反应焓的影响</a:t>
            </a:r>
          </a:p>
        </p:txBody>
      </p:sp>
      <p:graphicFrame>
        <p:nvGraphicFramePr>
          <p:cNvPr id="50184" name="Object 21"/>
          <p:cNvGraphicFramePr>
            <a:graphicFrameLocks noChangeAspect="1"/>
          </p:cNvGraphicFramePr>
          <p:nvPr/>
        </p:nvGraphicFramePr>
        <p:xfrm>
          <a:off x="1117600" y="4598988"/>
          <a:ext cx="3217863" cy="5667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0245" name="Equation" r:id="rId10" imgW="1442410" imgH="250422" progId="Equation.DSMT4">
                  <p:embed/>
                </p:oleObj>
              </mc:Choice>
              <mc:Fallback>
                <p:oleObj name="Equation" r:id="rId10" imgW="1442410" imgH="250422" progId="Equation.DSMT4">
                  <p:embed/>
                  <p:pic>
                    <p:nvPicPr>
                      <p:cNvPr id="0" name="Object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17600" y="4598988"/>
                        <a:ext cx="3217863" cy="5667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0185" name="Object 22"/>
          <p:cNvGraphicFramePr>
            <a:graphicFrameLocks noChangeAspect="1"/>
          </p:cNvGraphicFramePr>
          <p:nvPr/>
        </p:nvGraphicFramePr>
        <p:xfrm>
          <a:off x="2032000" y="5908675"/>
          <a:ext cx="3435350" cy="557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0246" name="Equation" r:id="rId12" imgW="1556721" imgH="250422" progId="Equation.DSMT4">
                  <p:embed/>
                </p:oleObj>
              </mc:Choice>
              <mc:Fallback>
                <p:oleObj name="Equation" r:id="rId12" imgW="1556721" imgH="250422" progId="Equation.DSMT4">
                  <p:embed/>
                  <p:pic>
                    <p:nvPicPr>
                      <p:cNvPr id="0" name="Object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32000" y="5908675"/>
                        <a:ext cx="3435350" cy="5572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44855" name="Rectangle 23"/>
          <p:cNvSpPr>
            <a:spLocks noChangeArrowheads="1"/>
          </p:cNvSpPr>
          <p:nvPr/>
        </p:nvSpPr>
        <p:spPr bwMode="auto">
          <a:xfrm>
            <a:off x="425450" y="5275263"/>
            <a:ext cx="4967288" cy="523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kumimoji="1" lang="zh-CN" altLang="en-US" sz="2800" b="1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黑体" panose="02010609060101010101" pitchFamily="49" charset="-122"/>
              </a:rPr>
              <a:t>温度对摩尔反应熵的影响</a:t>
            </a:r>
          </a:p>
        </p:txBody>
      </p:sp>
      <p:graphicFrame>
        <p:nvGraphicFramePr>
          <p:cNvPr id="50187" name="Object 24"/>
          <p:cNvGraphicFramePr>
            <a:graphicFrameLocks noChangeAspect="1"/>
          </p:cNvGraphicFramePr>
          <p:nvPr/>
        </p:nvGraphicFramePr>
        <p:xfrm>
          <a:off x="4564063" y="4598988"/>
          <a:ext cx="3411537" cy="587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0247" name="公式" r:id="rId14" imgW="1529327" imgH="261295" progId="Equation.3">
                  <p:embed/>
                </p:oleObj>
              </mc:Choice>
              <mc:Fallback>
                <p:oleObj name="公式" r:id="rId14" imgW="1529327" imgH="261295" progId="Equation.3">
                  <p:embed/>
                  <p:pic>
                    <p:nvPicPr>
                      <p:cNvPr id="0" name="Object 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64063" y="4598988"/>
                        <a:ext cx="3411537" cy="5873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Text Box 2"/>
          <p:cNvSpPr txBox="1">
            <a:spLocks noChangeArrowheads="1"/>
          </p:cNvSpPr>
          <p:nvPr/>
        </p:nvSpPr>
        <p:spPr bwMode="auto">
          <a:xfrm>
            <a:off x="746125" y="1420813"/>
            <a:ext cx="7848600" cy="42941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lnSpc>
                <a:spcPct val="150000"/>
              </a:lnSpc>
              <a:spcBef>
                <a:spcPct val="100000"/>
              </a:spcBef>
            </a:pPr>
            <a:r>
              <a:rPr kumimoji="1" lang="zh-CN" altLang="en-US" sz="2800" b="1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①蒸气压与温度的关系（克-克方程）</a:t>
            </a:r>
          </a:p>
          <a:p>
            <a:pPr algn="just" eaLnBrk="1" hangingPunct="1">
              <a:lnSpc>
                <a:spcPct val="125000"/>
              </a:lnSpc>
            </a:pPr>
            <a:r>
              <a:rPr kumimoji="1" lang="zh-CN" altLang="en-US" sz="2800" b="1">
                <a:latin typeface="黑体" panose="02010609060101010101" pitchFamily="49" charset="-122"/>
                <a:ea typeface="黑体" panose="02010609060101010101" pitchFamily="49" charset="-122"/>
              </a:rPr>
              <a:t>                         </a:t>
            </a:r>
            <a:endParaRPr kumimoji="1" lang="en-US" altLang="zh-CN" sz="2800" b="1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algn="just" eaLnBrk="1" hangingPunct="1">
              <a:lnSpc>
                <a:spcPct val="125000"/>
              </a:lnSpc>
            </a:pPr>
            <a:r>
              <a:rPr kumimoji="1" lang="zh-CN" altLang="en-US" sz="2800" b="1">
                <a:latin typeface="黑体" panose="02010609060101010101" pitchFamily="49" charset="-122"/>
                <a:ea typeface="黑体" panose="02010609060101010101" pitchFamily="49" charset="-122"/>
              </a:rPr>
              <a:t>  </a:t>
            </a:r>
            <a:endParaRPr kumimoji="1" lang="en-US" altLang="zh-CN" sz="2800" b="1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algn="just" eaLnBrk="1" hangingPunct="1">
              <a:lnSpc>
                <a:spcPct val="125000"/>
              </a:lnSpc>
            </a:pPr>
            <a:r>
              <a:rPr kumimoji="1" lang="zh-CN" altLang="en-US" sz="2800" b="1">
                <a:latin typeface="黑体" panose="02010609060101010101" pitchFamily="49" charset="-122"/>
                <a:ea typeface="黑体" panose="02010609060101010101" pitchFamily="49" charset="-122"/>
              </a:rPr>
              <a:t> 蒸发或升华，</a:t>
            </a:r>
            <a:r>
              <a:rPr kumimoji="1" lang="en-US" altLang="zh-CN" sz="2800" b="1">
                <a:latin typeface="Times New Roman" panose="02020603050405020304" pitchFamily="18" charset="0"/>
                <a:ea typeface="黑体" panose="02010609060101010101" pitchFamily="49" charset="-122"/>
              </a:rPr>
              <a:t>ig</a:t>
            </a:r>
            <a:r>
              <a:rPr kumimoji="1" lang="en-US" altLang="zh-CN" sz="2800" b="1">
                <a:latin typeface="黑体" panose="02010609060101010101" pitchFamily="49" charset="-122"/>
                <a:ea typeface="黑体" panose="02010609060101010101" pitchFamily="49" charset="-122"/>
              </a:rPr>
              <a:t>, </a:t>
            </a:r>
            <a:r>
              <a:rPr kumimoji="1" lang="zh-CN" altLang="en-US" sz="2800" b="1">
                <a:latin typeface="黑体" panose="02010609060101010101" pitchFamily="49" charset="-122"/>
                <a:ea typeface="黑体" panose="02010609060101010101" pitchFamily="49" charset="-122"/>
              </a:rPr>
              <a:t>略去</a:t>
            </a:r>
            <a:r>
              <a:rPr kumimoji="1" lang="en-US" altLang="zh-CN" sz="2800" b="1" i="1">
                <a:latin typeface="Times New Roman" panose="02020603050405020304" pitchFamily="18" charset="0"/>
                <a:ea typeface="黑体" panose="02010609060101010101" pitchFamily="49" charset="-122"/>
              </a:rPr>
              <a:t>V</a:t>
            </a:r>
            <a:r>
              <a:rPr kumimoji="1" lang="en-US" altLang="zh-CN" sz="2800" b="1">
                <a:latin typeface="Times New Roman" panose="02020603050405020304" pitchFamily="18" charset="0"/>
                <a:ea typeface="黑体" panose="02010609060101010101" pitchFamily="49" charset="-122"/>
              </a:rPr>
              <a:t>(l),</a:t>
            </a:r>
            <a:r>
              <a:rPr kumimoji="1" lang="en-US" altLang="zh-CN" sz="2800" b="1" i="1">
                <a:latin typeface="Times New Roman" panose="02020603050405020304" pitchFamily="18" charset="0"/>
                <a:ea typeface="黑体" panose="02010609060101010101" pitchFamily="49" charset="-122"/>
              </a:rPr>
              <a:t>V</a:t>
            </a:r>
            <a:r>
              <a:rPr kumimoji="1" lang="en-US" altLang="zh-CN" sz="2800" b="1">
                <a:latin typeface="Times New Roman" panose="02020603050405020304" pitchFamily="18" charset="0"/>
                <a:ea typeface="黑体" panose="02010609060101010101" pitchFamily="49" charset="-122"/>
              </a:rPr>
              <a:t>(s)</a:t>
            </a:r>
          </a:p>
          <a:p>
            <a:pPr algn="just" eaLnBrk="1" hangingPunct="1">
              <a:spcBef>
                <a:spcPct val="50000"/>
              </a:spcBef>
            </a:pPr>
            <a:r>
              <a:rPr kumimoji="1" lang="en-US" altLang="zh-CN" sz="2800" b="1">
                <a:latin typeface="Times New Roman" panose="02020603050405020304" pitchFamily="18" charset="0"/>
                <a:ea typeface="黑体" panose="02010609060101010101" pitchFamily="49" charset="-122"/>
              </a:rPr>
              <a:t> </a:t>
            </a:r>
            <a:endParaRPr kumimoji="1" lang="en-US" altLang="zh-CN" sz="2800" b="1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algn="just" eaLnBrk="1" hangingPunct="1">
              <a:spcBef>
                <a:spcPct val="50000"/>
              </a:spcBef>
            </a:pPr>
            <a:endParaRPr kumimoji="1" lang="en-US" altLang="zh-CN" sz="2800" b="1">
              <a:latin typeface="Times New Roman" panose="02020603050405020304" pitchFamily="18" charset="0"/>
            </a:endParaRPr>
          </a:p>
          <a:p>
            <a:pPr algn="just" eaLnBrk="1" hangingPunct="1">
              <a:spcBef>
                <a:spcPct val="50000"/>
              </a:spcBef>
            </a:pPr>
            <a:r>
              <a:rPr kumimoji="1" lang="en-US" altLang="zh-CN" sz="2800" b="1">
                <a:solidFill>
                  <a:srgbClr val="FF0000"/>
                </a:solidFill>
                <a:latin typeface="Times New Roman" panose="02020603050405020304" pitchFamily="18" charset="0"/>
              </a:rPr>
              <a:t>② </a:t>
            </a:r>
            <a:r>
              <a:rPr kumimoji="1" lang="zh-CN" altLang="en-US" sz="2800" b="1">
                <a:solidFill>
                  <a:srgbClr val="FF0000"/>
                </a:solidFill>
                <a:latin typeface="Times New Roman" panose="02020603050405020304" pitchFamily="18" charset="0"/>
              </a:rPr>
              <a:t>相律</a:t>
            </a:r>
            <a:endParaRPr kumimoji="1" lang="zh-CN" altLang="en-US" sz="2800">
              <a:latin typeface="Times New Roman" panose="02020603050405020304" pitchFamily="18" charset="0"/>
            </a:endParaRPr>
          </a:p>
        </p:txBody>
      </p:sp>
      <p:grpSp>
        <p:nvGrpSpPr>
          <p:cNvPr id="52227" name="组合 1"/>
          <p:cNvGrpSpPr>
            <a:grpSpLocks/>
          </p:cNvGrpSpPr>
          <p:nvPr/>
        </p:nvGrpSpPr>
        <p:grpSpPr bwMode="auto">
          <a:xfrm>
            <a:off x="973138" y="2078038"/>
            <a:ext cx="4370387" cy="901700"/>
            <a:chOff x="827088" y="2124075"/>
            <a:chExt cx="3957637" cy="833438"/>
          </a:xfrm>
        </p:grpSpPr>
        <p:graphicFrame>
          <p:nvGraphicFramePr>
            <p:cNvPr id="52232" name="Object 3"/>
            <p:cNvGraphicFramePr>
              <a:graphicFrameLocks noChangeAspect="1"/>
            </p:cNvGraphicFramePr>
            <p:nvPr/>
          </p:nvGraphicFramePr>
          <p:xfrm>
            <a:off x="827088" y="2133600"/>
            <a:ext cx="2695575" cy="82391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2270" name="公式" r:id="rId3" imgW="1506600" imgH="438480" progId="Equation.3">
                    <p:embed/>
                  </p:oleObj>
                </mc:Choice>
                <mc:Fallback>
                  <p:oleObj name="公式" r:id="rId3" imgW="1506600" imgH="438480" progId="Equation.3">
                    <p:embed/>
                    <p:pic>
                      <p:nvPicPr>
                        <p:cNvPr id="0" name="Object 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827088" y="2133600"/>
                          <a:ext cx="2695575" cy="82391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3399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2233" name="Object 4"/>
            <p:cNvGraphicFramePr>
              <a:graphicFrameLocks noChangeAspect="1"/>
            </p:cNvGraphicFramePr>
            <p:nvPr/>
          </p:nvGraphicFramePr>
          <p:xfrm>
            <a:off x="3563938" y="2124075"/>
            <a:ext cx="1220787" cy="8001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2271" name="公式" r:id="rId5" imgW="667440" imgH="428760" progId="Equation.3">
                    <p:embed/>
                  </p:oleObj>
                </mc:Choice>
                <mc:Fallback>
                  <p:oleObj name="公式" r:id="rId5" imgW="667440" imgH="428760" progId="Equation.3">
                    <p:embed/>
                    <p:pic>
                      <p:nvPicPr>
                        <p:cNvPr id="0" name="Object 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563938" y="2124075"/>
                          <a:ext cx="1220787" cy="8001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3399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52228" name="Object 5"/>
          <p:cNvGraphicFramePr>
            <a:graphicFrameLocks noChangeAspect="1"/>
          </p:cNvGraphicFramePr>
          <p:nvPr/>
        </p:nvGraphicFramePr>
        <p:xfrm>
          <a:off x="4110038" y="3700463"/>
          <a:ext cx="3973512" cy="1066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272" name="公式" r:id="rId7" imgW="1678320" imgH="428760" progId="Equation.3">
                  <p:embed/>
                </p:oleObj>
              </mc:Choice>
              <mc:Fallback>
                <p:oleObj name="公式" r:id="rId7" imgW="1678320" imgH="42876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10038" y="3700463"/>
                        <a:ext cx="3973512" cy="1066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2229" name="Object 6"/>
          <p:cNvGraphicFramePr>
            <a:graphicFrameLocks noChangeAspect="1"/>
          </p:cNvGraphicFramePr>
          <p:nvPr/>
        </p:nvGraphicFramePr>
        <p:xfrm>
          <a:off x="458788" y="3957638"/>
          <a:ext cx="3462337" cy="5159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273" name="公式" r:id="rId9" imgW="1612900" imgH="241300" progId="Equation.3">
                  <p:embed/>
                </p:oleObj>
              </mc:Choice>
              <mc:Fallback>
                <p:oleObj name="公式" r:id="rId9" imgW="1612900" imgH="24130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8788" y="3957638"/>
                        <a:ext cx="3462337" cy="5159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Text Box 1058"/>
          <p:cNvSpPr txBox="1">
            <a:spLocks noChangeArrowheads="1"/>
          </p:cNvSpPr>
          <p:nvPr/>
        </p:nvSpPr>
        <p:spPr bwMode="auto">
          <a:xfrm>
            <a:off x="1476375" y="188913"/>
            <a:ext cx="5688013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lang="zh-CN" altLang="en-US" sz="4000" b="1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黑体" pitchFamily="2" charset="-122"/>
              </a:rPr>
              <a:t>相平衡热力学及相图</a:t>
            </a:r>
          </a:p>
        </p:txBody>
      </p:sp>
      <p:sp>
        <p:nvSpPr>
          <p:cNvPr id="10" name="Text Box 4">
            <a:extLst>
              <a:ext uri="{FF2B5EF4-FFF2-40B4-BE49-F238E27FC236}">
                <a16:creationId xmlns:a16="http://schemas.microsoft.com/office/drawing/2014/main" id="{4F06B3B2-D5D1-436E-93E8-098419AC0D1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90800" y="5148263"/>
            <a:ext cx="3506788" cy="519112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anchor="ctr">
            <a:spAutoFit/>
          </a:bodyPr>
          <a:lstStyle/>
          <a:p>
            <a:pPr algn="ctr" eaLnBrk="1" hangingPunct="1">
              <a:defRPr/>
            </a:pPr>
            <a:r>
              <a:rPr kumimoji="1" lang="en-US" altLang="zh-CN" sz="2800" b="1" i="1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 f  </a:t>
            </a:r>
            <a:r>
              <a:rPr kumimoji="1" lang="en-US" altLang="zh-CN" sz="2800" b="1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= </a:t>
            </a:r>
            <a:r>
              <a:rPr kumimoji="1" lang="en-US" altLang="zh-CN" sz="2800" b="1" i="1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K</a:t>
            </a:r>
            <a:r>
              <a:rPr kumimoji="1" lang="en-US" altLang="zh-CN" sz="2800" b="1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 -</a:t>
            </a:r>
            <a:r>
              <a:rPr kumimoji="1" lang="en-US" altLang="zh-CN" sz="2800" b="1" i="1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 </a:t>
            </a:r>
            <a:r>
              <a:rPr kumimoji="1" lang="en-US" altLang="zh-CN" sz="2800" b="1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+2 - </a:t>
            </a:r>
            <a:r>
              <a:rPr kumimoji="1" lang="en-US" altLang="zh-CN" sz="2800" b="1" i="1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R </a:t>
            </a:r>
            <a:r>
              <a:rPr kumimoji="1" lang="en-US" altLang="zh-CN" sz="2800" b="1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- </a:t>
            </a:r>
            <a:r>
              <a:rPr kumimoji="1" lang="en-US" altLang="zh-CN" sz="2800" b="1" i="1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R’</a:t>
            </a: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410" name="Text Box 2"/>
          <p:cNvSpPr txBox="1">
            <a:spLocks noChangeArrowheads="1"/>
          </p:cNvSpPr>
          <p:nvPr/>
        </p:nvSpPr>
        <p:spPr bwMode="auto">
          <a:xfrm>
            <a:off x="676275" y="1155700"/>
            <a:ext cx="7434263" cy="523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algn="ctr">
              <a:spcAft>
                <a:spcPts val="300"/>
              </a:spcAft>
              <a:defRPr/>
            </a:pPr>
            <a:r>
              <a:rPr lang="zh-CN" altLang="en-US" sz="2800" b="1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以气体的热力学标准状态作为参考状态</a:t>
            </a:r>
          </a:p>
        </p:txBody>
      </p:sp>
      <p:graphicFrame>
        <p:nvGraphicFramePr>
          <p:cNvPr id="30723" name="Object 29"/>
          <p:cNvGraphicFramePr>
            <a:graphicFrameLocks noChangeAspect="1"/>
          </p:cNvGraphicFramePr>
          <p:nvPr/>
        </p:nvGraphicFramePr>
        <p:xfrm>
          <a:off x="3492500" y="1871663"/>
          <a:ext cx="3263900" cy="9604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4908" name="Equation" r:id="rId3" imgW="1453232" imgH="424392" progId="Equation.DSMT4">
                  <p:embed/>
                </p:oleObj>
              </mc:Choice>
              <mc:Fallback>
                <p:oleObj name="Equation" r:id="rId3" imgW="1453232" imgH="424392" progId="Equation.DSMT4">
                  <p:embed/>
                  <p:pic>
                    <p:nvPicPr>
                      <p:cNvPr id="30723" name="Object 2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92500" y="1871663"/>
                        <a:ext cx="3263900" cy="9604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724" name="Rectangle 40"/>
          <p:cNvSpPr>
            <a:spLocks noChangeArrowheads="1"/>
          </p:cNvSpPr>
          <p:nvPr/>
        </p:nvSpPr>
        <p:spPr bwMode="auto">
          <a:xfrm>
            <a:off x="676275" y="2120900"/>
            <a:ext cx="2484438" cy="523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纯理想气体</a:t>
            </a:r>
          </a:p>
        </p:txBody>
      </p:sp>
      <p:graphicFrame>
        <p:nvGraphicFramePr>
          <p:cNvPr id="30725" name="Object 41"/>
          <p:cNvGraphicFramePr>
            <a:graphicFrameLocks noChangeAspect="1"/>
          </p:cNvGraphicFramePr>
          <p:nvPr/>
        </p:nvGraphicFramePr>
        <p:xfrm>
          <a:off x="3563938" y="2921000"/>
          <a:ext cx="3432175" cy="9953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4909" name="公式" r:id="rId5" imgW="1518504" imgH="440702" progId="Equation.3">
                  <p:embed/>
                </p:oleObj>
              </mc:Choice>
              <mc:Fallback>
                <p:oleObj name="公式" r:id="rId5" imgW="1518504" imgH="440702" progId="Equation.3">
                  <p:embed/>
                  <p:pic>
                    <p:nvPicPr>
                      <p:cNvPr id="30725" name="Object 4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63938" y="2921000"/>
                        <a:ext cx="3432175" cy="9953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726" name="Rectangle 42"/>
          <p:cNvSpPr>
            <a:spLocks noChangeArrowheads="1"/>
          </p:cNvSpPr>
          <p:nvPr/>
        </p:nvSpPr>
        <p:spPr bwMode="auto">
          <a:xfrm>
            <a:off x="604838" y="3081338"/>
            <a:ext cx="2830512" cy="5222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理想气体混合物</a:t>
            </a:r>
          </a:p>
        </p:txBody>
      </p:sp>
      <p:sp>
        <p:nvSpPr>
          <p:cNvPr id="30727" name="Rectangle 43"/>
          <p:cNvSpPr>
            <a:spLocks noChangeArrowheads="1"/>
          </p:cNvSpPr>
          <p:nvPr/>
        </p:nvSpPr>
        <p:spPr bwMode="auto">
          <a:xfrm>
            <a:off x="604838" y="3867150"/>
            <a:ext cx="2484437" cy="5222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实际物质</a:t>
            </a:r>
          </a:p>
        </p:txBody>
      </p:sp>
      <p:graphicFrame>
        <p:nvGraphicFramePr>
          <p:cNvPr id="30728" name="Object 4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6241164"/>
              </p:ext>
            </p:extLst>
          </p:nvPr>
        </p:nvGraphicFramePr>
        <p:xfrm>
          <a:off x="771525" y="4464424"/>
          <a:ext cx="3293761" cy="99181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4910" name="公式" r:id="rId7" imgW="1507682" imgH="451914" progId="Equation.3">
                  <p:embed/>
                </p:oleObj>
              </mc:Choice>
              <mc:Fallback>
                <p:oleObj name="公式" r:id="rId7" imgW="1507682" imgH="451914" progId="Equation.3">
                  <p:embed/>
                  <p:pic>
                    <p:nvPicPr>
                      <p:cNvPr id="30728" name="Object 4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71525" y="4464424"/>
                        <a:ext cx="3293761" cy="99181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729" name="Object 4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96842756"/>
              </p:ext>
            </p:extLst>
          </p:nvPr>
        </p:nvGraphicFramePr>
        <p:xfrm>
          <a:off x="4230688" y="4464425"/>
          <a:ext cx="3411086" cy="99816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4911" name="公式" r:id="rId9" imgW="1507682" imgH="440702" progId="Equation.3">
                  <p:embed/>
                </p:oleObj>
              </mc:Choice>
              <mc:Fallback>
                <p:oleObj name="公式" r:id="rId9" imgW="1507682" imgH="440702" progId="Equation.3">
                  <p:embed/>
                  <p:pic>
                    <p:nvPicPr>
                      <p:cNvPr id="30729" name="Object 4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30688" y="4464425"/>
                        <a:ext cx="3411086" cy="99816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730" name="Text Box 2"/>
          <p:cNvSpPr txBox="1">
            <a:spLocks noChangeArrowheads="1"/>
          </p:cNvSpPr>
          <p:nvPr/>
        </p:nvSpPr>
        <p:spPr bwMode="auto">
          <a:xfrm>
            <a:off x="1054100" y="90488"/>
            <a:ext cx="4303713" cy="9239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lnSpc>
                <a:spcPct val="150000"/>
              </a:lnSpc>
              <a:spcBef>
                <a:spcPct val="100000"/>
              </a:spcBef>
              <a:buFontTx/>
              <a:buNone/>
            </a:pPr>
            <a:r>
              <a:rPr kumimoji="1" lang="zh-CN" altLang="en-US" sz="3600" b="1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③相平衡计算</a:t>
            </a:r>
            <a:endParaRPr kumimoji="1" lang="zh-CN" altLang="en-US" sz="3600">
              <a:solidFill>
                <a:srgbClr val="FF0000"/>
              </a:solidFill>
              <a:latin typeface="Times New Roman" panose="02020603050405020304" pitchFamily="18" charset="0"/>
            </a:endParaRPr>
          </a:p>
        </p:txBody>
      </p:sp>
      <p:graphicFrame>
        <p:nvGraphicFramePr>
          <p:cNvPr id="30731" name="Object 10"/>
          <p:cNvGraphicFramePr>
            <a:graphicFrameLocks noChangeAspect="1"/>
          </p:cNvGraphicFramePr>
          <p:nvPr/>
        </p:nvGraphicFramePr>
        <p:xfrm>
          <a:off x="4333875" y="236538"/>
          <a:ext cx="3649663" cy="663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4912" name="公式" r:id="rId11" imgW="1257300" imgH="228600" progId="Equation.3">
                  <p:embed/>
                </p:oleObj>
              </mc:Choice>
              <mc:Fallback>
                <p:oleObj name="公式" r:id="rId11" imgW="1257300" imgH="228600" progId="Equation.3">
                  <p:embed/>
                  <p:pic>
                    <p:nvPicPr>
                      <p:cNvPr id="30731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33875" y="236538"/>
                        <a:ext cx="3649663" cy="6635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732" name="Rectangle 3"/>
          <p:cNvSpPr txBox="1">
            <a:spLocks noChangeArrowheads="1"/>
          </p:cNvSpPr>
          <p:nvPr/>
        </p:nvSpPr>
        <p:spPr bwMode="auto">
          <a:xfrm>
            <a:off x="877888" y="5510213"/>
            <a:ext cx="4968875" cy="792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indent="0">
              <a:buNone/>
            </a:pPr>
            <a:r>
              <a:rPr lang="en-US" altLang="zh-CN" sz="2800" b="1">
                <a:solidFill>
                  <a:srgbClr val="FF33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Lewis-Randall</a:t>
            </a:r>
            <a:r>
              <a:rPr lang="zh-CN" altLang="en-US" sz="2800" b="1">
                <a:solidFill>
                  <a:srgbClr val="FF33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规则：</a:t>
            </a:r>
          </a:p>
        </p:txBody>
      </p:sp>
      <p:graphicFrame>
        <p:nvGraphicFramePr>
          <p:cNvPr id="30733" name="Object 19"/>
          <p:cNvGraphicFramePr>
            <a:graphicFrameLocks noChangeAspect="1"/>
          </p:cNvGraphicFramePr>
          <p:nvPr/>
        </p:nvGraphicFramePr>
        <p:xfrm>
          <a:off x="4859338" y="5410200"/>
          <a:ext cx="1657350" cy="8461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4913" name="公式" r:id="rId13" imgW="446420" imgH="217802" progId="Equation.3">
                  <p:embed/>
                </p:oleObj>
              </mc:Choice>
              <mc:Fallback>
                <p:oleObj name="公式" r:id="rId13" imgW="446420" imgH="217802" progId="Equation.3">
                  <p:embed/>
                  <p:pic>
                    <p:nvPicPr>
                      <p:cNvPr id="30733" name="Object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59338" y="5410200"/>
                        <a:ext cx="1657350" cy="8461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029963189"/>
      </p:ext>
    </p:extLst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508" name="Text Box 4"/>
          <p:cNvSpPr txBox="1">
            <a:spLocks noChangeArrowheads="1"/>
          </p:cNvSpPr>
          <p:nvPr/>
        </p:nvSpPr>
        <p:spPr bwMode="auto">
          <a:xfrm>
            <a:off x="394790" y="3900487"/>
            <a:ext cx="7886700" cy="9540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>
              <a:defRPr/>
            </a:pPr>
            <a:r>
              <a:rPr lang="zh-CN" altLang="en-US" sz="2800" b="1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惯例</a:t>
            </a:r>
            <a:r>
              <a:rPr lang="en-US" altLang="zh-CN" sz="2800" b="1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Ⅰ</a:t>
            </a:r>
            <a:r>
              <a:rPr lang="zh-CN" altLang="en-US" sz="2800" b="1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： 以系统温度、压力下的纯组分液体或固体作为参考状态</a:t>
            </a:r>
          </a:p>
        </p:txBody>
      </p:sp>
      <p:graphicFrame>
        <p:nvGraphicFramePr>
          <p:cNvPr id="54275" name="Object 12"/>
          <p:cNvGraphicFramePr>
            <a:graphicFrameLocks noChangeAspect="1"/>
          </p:cNvGraphicFramePr>
          <p:nvPr/>
        </p:nvGraphicFramePr>
        <p:xfrm>
          <a:off x="2449513" y="1484313"/>
          <a:ext cx="3028950" cy="561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4311" name="公式" r:id="rId3" imgW="1289883" imgH="234112" progId="Equation.3">
                  <p:embed/>
                </p:oleObj>
              </mc:Choice>
              <mc:Fallback>
                <p:oleObj name="公式" r:id="rId3" imgW="1289883" imgH="234112" progId="Equation.3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49513" y="1484313"/>
                        <a:ext cx="3028950" cy="561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4276" name="Object 13"/>
          <p:cNvGraphicFramePr>
            <a:graphicFrameLocks noChangeAspect="1"/>
          </p:cNvGraphicFramePr>
          <p:nvPr/>
        </p:nvGraphicFramePr>
        <p:xfrm>
          <a:off x="2414588" y="3098800"/>
          <a:ext cx="3733800" cy="504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4312" name="公式" r:id="rId5" imgW="1785342" imgH="234112" progId="Equation.3">
                  <p:embed/>
                </p:oleObj>
              </mc:Choice>
              <mc:Fallback>
                <p:oleObj name="公式" r:id="rId5" imgW="1785342" imgH="234112" progId="Equation.3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14588" y="3098800"/>
                        <a:ext cx="3733800" cy="504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7541" name="Text Box 37"/>
          <p:cNvSpPr txBox="1">
            <a:spLocks noChangeArrowheads="1"/>
          </p:cNvSpPr>
          <p:nvPr/>
        </p:nvSpPr>
        <p:spPr bwMode="auto">
          <a:xfrm>
            <a:off x="-33338" y="260350"/>
            <a:ext cx="9036051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ctr" eaLnBrk="1" hangingPunct="1">
              <a:defRPr/>
            </a:pPr>
            <a:r>
              <a:rPr lang="zh-CN" altLang="en-US" sz="3600" b="1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化学势的表达</a:t>
            </a:r>
            <a:r>
              <a:rPr lang="en-US" altLang="zh-CN" sz="3600" b="1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-</a:t>
            </a:r>
            <a:r>
              <a:rPr lang="zh-CN" altLang="en-US" sz="3600" b="1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选取参考态</a:t>
            </a:r>
            <a:r>
              <a:rPr lang="en-US" altLang="zh-CN" sz="3600" b="1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(</a:t>
            </a:r>
            <a:r>
              <a:rPr lang="zh-CN" altLang="en-US" sz="3600" b="1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惯例</a:t>
            </a:r>
            <a:r>
              <a:rPr lang="en-US" altLang="zh-CN" sz="3600" b="1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I)</a:t>
            </a:r>
            <a:endParaRPr lang="zh-CN" altLang="en-US" sz="3600" b="1">
              <a:solidFill>
                <a:srgbClr val="0000FF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54278" name="Text Box 39"/>
          <p:cNvSpPr txBox="1">
            <a:spLocks noChangeArrowheads="1"/>
          </p:cNvSpPr>
          <p:nvPr/>
        </p:nvSpPr>
        <p:spPr bwMode="auto">
          <a:xfrm>
            <a:off x="398463" y="1484313"/>
            <a:ext cx="1979612" cy="523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 b="1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理想混合物</a:t>
            </a:r>
          </a:p>
        </p:txBody>
      </p:sp>
      <p:sp>
        <p:nvSpPr>
          <p:cNvPr id="54279" name="Text Box 40"/>
          <p:cNvSpPr txBox="1">
            <a:spLocks noChangeArrowheads="1"/>
          </p:cNvSpPr>
          <p:nvPr/>
        </p:nvSpPr>
        <p:spPr bwMode="auto">
          <a:xfrm>
            <a:off x="398463" y="2205038"/>
            <a:ext cx="1979612" cy="523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 b="1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实际混合物</a:t>
            </a:r>
          </a:p>
        </p:txBody>
      </p:sp>
      <p:graphicFrame>
        <p:nvGraphicFramePr>
          <p:cNvPr id="54280" name="Object 41"/>
          <p:cNvGraphicFramePr>
            <a:graphicFrameLocks noChangeAspect="1"/>
          </p:cNvGraphicFramePr>
          <p:nvPr/>
        </p:nvGraphicFramePr>
        <p:xfrm>
          <a:off x="2449513" y="2205038"/>
          <a:ext cx="2892425" cy="5413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4313" name="公式" r:id="rId7" imgW="1279061" imgH="234112" progId="Equation.3">
                  <p:embed/>
                </p:oleObj>
              </mc:Choice>
              <mc:Fallback>
                <p:oleObj name="公式" r:id="rId7" imgW="1279061" imgH="234112" progId="Equation.3">
                  <p:embed/>
                  <p:pic>
                    <p:nvPicPr>
                      <p:cNvPr id="0" name="Object 4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49513" y="2205038"/>
                        <a:ext cx="2892425" cy="5413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3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02357420"/>
              </p:ext>
            </p:extLst>
          </p:nvPr>
        </p:nvGraphicFramePr>
        <p:xfrm>
          <a:off x="2449513" y="4773080"/>
          <a:ext cx="3130599" cy="182456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4314" name="公式" r:id="rId9" imgW="1155600" imgH="672840" progId="Equation.3">
                  <p:embed/>
                </p:oleObj>
              </mc:Choice>
              <mc:Fallback>
                <p:oleObj name="公式" r:id="rId9" imgW="1155600" imgH="672840" progId="Equation.3">
                  <p:embed/>
                  <p:pic>
                    <p:nvPicPr>
                      <p:cNvPr id="86050" name="Object 3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49513" y="4773080"/>
                        <a:ext cx="3130599" cy="182456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699" name="Text Box 3"/>
          <p:cNvSpPr txBox="1">
            <a:spLocks noChangeArrowheads="1"/>
          </p:cNvSpPr>
          <p:nvPr/>
        </p:nvSpPr>
        <p:spPr bwMode="auto">
          <a:xfrm>
            <a:off x="231643" y="3963223"/>
            <a:ext cx="8921750" cy="1168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algn="just">
              <a:lnSpc>
                <a:spcPct val="125000"/>
              </a:lnSpc>
              <a:defRPr/>
            </a:pPr>
            <a:r>
              <a:rPr lang="zh-CN" altLang="en-US" sz="2800" b="1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惯例</a:t>
            </a:r>
            <a:r>
              <a:rPr lang="en-US" altLang="en-US" sz="2800" b="1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Ⅱ</a:t>
            </a:r>
            <a:r>
              <a:rPr lang="en-US" altLang="zh-CN" sz="2800" b="1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,</a:t>
            </a:r>
            <a:r>
              <a:rPr lang="zh-CN" altLang="en-US" sz="2800" b="1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对溶质</a:t>
            </a:r>
            <a:r>
              <a:rPr lang="en-US" altLang="zh-CN" sz="2800" b="1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B</a:t>
            </a:r>
            <a:r>
              <a:rPr lang="zh-CN" altLang="en-US" sz="2800" b="1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，以系统温度、压力下，具有理想稀溶液特性的液态或固态虚拟纯组分</a:t>
            </a:r>
            <a:r>
              <a:rPr lang="en-US" altLang="zh-CN" sz="2800" b="1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B</a:t>
            </a:r>
            <a:r>
              <a:rPr lang="zh-CN" altLang="en-US" sz="2800" b="1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作为参考状态。    </a:t>
            </a:r>
          </a:p>
        </p:txBody>
      </p:sp>
      <p:sp>
        <p:nvSpPr>
          <p:cNvPr id="55299" name="Text Box 13"/>
          <p:cNvSpPr txBox="1">
            <a:spLocks noChangeArrowheads="1"/>
          </p:cNvSpPr>
          <p:nvPr/>
        </p:nvSpPr>
        <p:spPr bwMode="auto">
          <a:xfrm>
            <a:off x="625475" y="1216025"/>
            <a:ext cx="5111750" cy="523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Clr>
                <a:srgbClr val="FF0000"/>
              </a:buClr>
              <a:buFont typeface="Wingdings" panose="05000000000000000000" pitchFamily="2" charset="2"/>
              <a:buNone/>
            </a:pPr>
            <a:r>
              <a:rPr lang="zh-CN" altLang="en-US" sz="2800" b="1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理想稀溶液中溶质</a:t>
            </a:r>
            <a:r>
              <a:rPr lang="en-US" altLang="zh-CN" sz="2800" b="1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B</a:t>
            </a:r>
            <a:r>
              <a:rPr lang="zh-CN" altLang="en-US" sz="2800" b="1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的化学势</a:t>
            </a:r>
          </a:p>
        </p:txBody>
      </p:sp>
      <p:graphicFrame>
        <p:nvGraphicFramePr>
          <p:cNvPr id="55300" name="Object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43867897"/>
              </p:ext>
            </p:extLst>
          </p:nvPr>
        </p:nvGraphicFramePr>
        <p:xfrm>
          <a:off x="5580112" y="1243805"/>
          <a:ext cx="3109913" cy="5635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5335" name="Equation" r:id="rId3" imgW="1393371" imgH="250422" progId="Equation.DSMT4">
                  <p:embed/>
                </p:oleObj>
              </mc:Choice>
              <mc:Fallback>
                <p:oleObj name="Equation" r:id="rId3" imgW="1393371" imgH="250422" progId="Equation.DSMT4">
                  <p:embed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80112" y="1243805"/>
                        <a:ext cx="3109913" cy="5635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5722" name="Text Box 26"/>
          <p:cNvSpPr txBox="1">
            <a:spLocks noChangeArrowheads="1"/>
          </p:cNvSpPr>
          <p:nvPr/>
        </p:nvSpPr>
        <p:spPr bwMode="auto">
          <a:xfrm>
            <a:off x="914400" y="203200"/>
            <a:ext cx="7275513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lang="zh-CN" altLang="en-US" sz="3600" b="1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化学势的表达</a:t>
            </a:r>
            <a:r>
              <a:rPr lang="en-US" altLang="zh-CN" sz="3600" b="1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-</a:t>
            </a:r>
            <a:r>
              <a:rPr lang="zh-CN" altLang="en-US" sz="3600" b="1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选取参考态</a:t>
            </a:r>
            <a:r>
              <a:rPr lang="en-US" altLang="zh-CN" sz="3600" b="1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(</a:t>
            </a:r>
            <a:r>
              <a:rPr lang="zh-CN" altLang="en-US" sz="3600" b="1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惯例</a:t>
            </a:r>
            <a:r>
              <a:rPr lang="en-US" altLang="zh-CN" sz="3600" b="1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II)</a:t>
            </a:r>
            <a:endParaRPr lang="zh-CN" altLang="en-US" sz="3600" b="1">
              <a:solidFill>
                <a:srgbClr val="0000FF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55302" name="Text Box 29"/>
          <p:cNvSpPr txBox="1">
            <a:spLocks noChangeArrowheads="1"/>
          </p:cNvSpPr>
          <p:nvPr/>
        </p:nvSpPr>
        <p:spPr bwMode="auto">
          <a:xfrm>
            <a:off x="625475" y="2023298"/>
            <a:ext cx="5111750" cy="5222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Clr>
                <a:srgbClr val="FF0000"/>
              </a:buClr>
              <a:buFont typeface="Wingdings" panose="05000000000000000000" pitchFamily="2" charset="2"/>
              <a:buNone/>
            </a:pPr>
            <a:r>
              <a:rPr lang="zh-CN" altLang="en-US" sz="2800" b="1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实际溶液中溶质</a:t>
            </a:r>
            <a:r>
              <a:rPr lang="en-US" altLang="zh-CN" sz="2800" b="1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B</a:t>
            </a:r>
            <a:r>
              <a:rPr lang="zh-CN" altLang="en-US" sz="2800" b="1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的化学势</a:t>
            </a:r>
          </a:p>
        </p:txBody>
      </p:sp>
      <p:graphicFrame>
        <p:nvGraphicFramePr>
          <p:cNvPr id="55303" name="Object 3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5823738"/>
              </p:ext>
            </p:extLst>
          </p:nvPr>
        </p:nvGraphicFramePr>
        <p:xfrm>
          <a:off x="1381125" y="2528123"/>
          <a:ext cx="3498850" cy="600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5336" name="公式" r:id="rId5" imgW="1469466" imgH="250422" progId="Equation.3">
                  <p:embed/>
                </p:oleObj>
              </mc:Choice>
              <mc:Fallback>
                <p:oleObj name="公式" r:id="rId5" imgW="1469466" imgH="250422" progId="Equation.3">
                  <p:embed/>
                  <p:pic>
                    <p:nvPicPr>
                      <p:cNvPr id="0" name="Object 3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81125" y="2528123"/>
                        <a:ext cx="3498850" cy="6000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5304" name="Object 8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2313371"/>
              </p:ext>
            </p:extLst>
          </p:nvPr>
        </p:nvGraphicFramePr>
        <p:xfrm>
          <a:off x="1381125" y="3244085"/>
          <a:ext cx="4516438" cy="6048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5337" name="Equation" r:id="rId7" imgW="2079235" imgH="272168" progId="Equation.DSMT4">
                  <p:embed/>
                </p:oleObj>
              </mc:Choice>
              <mc:Fallback>
                <p:oleObj name="Equation" r:id="rId7" imgW="2079235" imgH="272168" progId="Equation.DSMT4">
                  <p:embed/>
                  <p:pic>
                    <p:nvPicPr>
                      <p:cNvPr id="0" name="Object 8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81125" y="3244085"/>
                        <a:ext cx="4516438" cy="6048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1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8661778"/>
              </p:ext>
            </p:extLst>
          </p:nvPr>
        </p:nvGraphicFramePr>
        <p:xfrm>
          <a:off x="2195736" y="4941168"/>
          <a:ext cx="4205341" cy="160809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5338" name="公式" r:id="rId9" imgW="1765080" imgH="672840" progId="Equation.3">
                  <p:embed/>
                </p:oleObj>
              </mc:Choice>
              <mc:Fallback>
                <p:oleObj name="公式" r:id="rId9" imgW="1765080" imgH="672840" progId="Equation.3">
                  <p:embed/>
                  <p:pic>
                    <p:nvPicPr>
                      <p:cNvPr id="226319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95736" y="4941168"/>
                        <a:ext cx="4205341" cy="160809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6322" name="Object 18"/>
          <p:cNvGraphicFramePr>
            <a:graphicFrameLocks noChangeAspect="1"/>
          </p:cNvGraphicFramePr>
          <p:nvPr/>
        </p:nvGraphicFramePr>
        <p:xfrm>
          <a:off x="1498600" y="2208213"/>
          <a:ext cx="4924425" cy="5953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6358" name="公式" r:id="rId3" imgW="2003141" imgH="234112" progId="Equation.3">
                  <p:embed/>
                </p:oleObj>
              </mc:Choice>
              <mc:Fallback>
                <p:oleObj name="公式" r:id="rId3" imgW="2003141" imgH="234112" progId="Equation.3">
                  <p:embed/>
                  <p:pic>
                    <p:nvPicPr>
                      <p:cNvPr id="0" name="Object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98600" y="2208213"/>
                        <a:ext cx="4924425" cy="5953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6506" name="Text Box 26"/>
          <p:cNvSpPr txBox="1">
            <a:spLocks noChangeArrowheads="1"/>
          </p:cNvSpPr>
          <p:nvPr/>
        </p:nvSpPr>
        <p:spPr bwMode="auto">
          <a:xfrm>
            <a:off x="468313" y="1484313"/>
            <a:ext cx="4414837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lang="zh-CN" altLang="en-US" sz="3200" b="1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理想混合物（溶液）</a:t>
            </a:r>
            <a:endParaRPr lang="zh-CN" altLang="en-US" sz="3200" b="1">
              <a:solidFill>
                <a:srgbClr val="0000FF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56324" name="Text Box 2"/>
          <p:cNvSpPr txBox="1">
            <a:spLocks noChangeArrowheads="1"/>
          </p:cNvSpPr>
          <p:nvPr/>
        </p:nvSpPr>
        <p:spPr bwMode="auto">
          <a:xfrm>
            <a:off x="960438" y="69850"/>
            <a:ext cx="5607050" cy="9239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lnSpc>
                <a:spcPct val="150000"/>
              </a:lnSpc>
              <a:spcBef>
                <a:spcPct val="100000"/>
              </a:spcBef>
            </a:pPr>
            <a:r>
              <a:rPr kumimoji="1" lang="zh-CN" altLang="en-US" sz="3600" b="1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气液（固）相平衡计算</a:t>
            </a:r>
            <a:endParaRPr kumimoji="1" lang="zh-CN" altLang="en-US" sz="3600">
              <a:solidFill>
                <a:srgbClr val="FF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1" name="Text Box 27"/>
          <p:cNvSpPr txBox="1">
            <a:spLocks noChangeArrowheads="1"/>
          </p:cNvSpPr>
          <p:nvPr/>
        </p:nvSpPr>
        <p:spPr bwMode="auto">
          <a:xfrm>
            <a:off x="474663" y="3148013"/>
            <a:ext cx="32512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lang="zh-CN" altLang="en-US" sz="3200" b="1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理想稀溶液</a:t>
            </a:r>
            <a:endParaRPr lang="zh-CN" altLang="en-US" sz="3200" b="1">
              <a:solidFill>
                <a:srgbClr val="0000FF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aphicFrame>
        <p:nvGraphicFramePr>
          <p:cNvPr id="56326" name="Object 8"/>
          <p:cNvGraphicFramePr>
            <a:graphicFrameLocks noChangeAspect="1"/>
          </p:cNvGraphicFramePr>
          <p:nvPr/>
        </p:nvGraphicFramePr>
        <p:xfrm>
          <a:off x="2227263" y="5168900"/>
          <a:ext cx="6124575" cy="574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6359" name="公式" r:id="rId5" imgW="2547299" imgH="234112" progId="Equation.3">
                  <p:embed/>
                </p:oleObj>
              </mc:Choice>
              <mc:Fallback>
                <p:oleObj name="公式" r:id="rId5" imgW="2547299" imgH="234112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27263" y="5168900"/>
                        <a:ext cx="6124575" cy="574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6327" name="Text Box 10"/>
          <p:cNvSpPr txBox="1">
            <a:spLocks noChangeArrowheads="1"/>
          </p:cNvSpPr>
          <p:nvPr/>
        </p:nvSpPr>
        <p:spPr bwMode="auto">
          <a:xfrm>
            <a:off x="438150" y="3997325"/>
            <a:ext cx="5607050" cy="523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buClr>
                <a:srgbClr val="FF0000"/>
              </a:buClr>
            </a:pPr>
            <a:r>
              <a:rPr lang="zh-CN" altLang="en-US" sz="2800" b="1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二元理想稀溶液</a:t>
            </a:r>
            <a:r>
              <a:rPr lang="en-US" altLang="zh-CN" sz="2800" b="1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A</a:t>
            </a:r>
            <a:r>
              <a:rPr lang="en-US" altLang="zh-CN" sz="2800" b="1" baseline="30000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—</a:t>
            </a:r>
            <a:r>
              <a:rPr lang="en-US" altLang="zh-CN" sz="2800" b="1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B</a:t>
            </a:r>
          </a:p>
        </p:txBody>
      </p:sp>
      <p:graphicFrame>
        <p:nvGraphicFramePr>
          <p:cNvPr id="56328" name="Object 11"/>
          <p:cNvGraphicFramePr>
            <a:graphicFrameLocks noChangeAspect="1"/>
          </p:cNvGraphicFramePr>
          <p:nvPr/>
        </p:nvGraphicFramePr>
        <p:xfrm>
          <a:off x="2227263" y="4521200"/>
          <a:ext cx="2687637" cy="5445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6360" name="公式" r:id="rId7" imgW="1126534" imgH="223239" progId="Equation.3">
                  <p:embed/>
                </p:oleObj>
              </mc:Choice>
              <mc:Fallback>
                <p:oleObj name="公式" r:id="rId7" imgW="1126534" imgH="223239" progId="Equation.3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27263" y="4521200"/>
                        <a:ext cx="2687637" cy="5445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6329" name="Text Box 13"/>
          <p:cNvSpPr txBox="1">
            <a:spLocks noChangeArrowheads="1"/>
          </p:cNvSpPr>
          <p:nvPr/>
        </p:nvSpPr>
        <p:spPr bwMode="auto">
          <a:xfrm>
            <a:off x="930275" y="4664075"/>
            <a:ext cx="1081088" cy="5222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800" b="1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溶剂</a:t>
            </a:r>
          </a:p>
        </p:txBody>
      </p:sp>
      <p:sp>
        <p:nvSpPr>
          <p:cNvPr id="56330" name="Text Box 14"/>
          <p:cNvSpPr txBox="1">
            <a:spLocks noChangeArrowheads="1"/>
          </p:cNvSpPr>
          <p:nvPr/>
        </p:nvSpPr>
        <p:spPr bwMode="auto">
          <a:xfrm>
            <a:off x="930275" y="5168900"/>
            <a:ext cx="1081088" cy="5222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800" b="1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溶质</a:t>
            </a: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7346" name="Object 33"/>
          <p:cNvGraphicFramePr>
            <a:graphicFrameLocks noChangeAspect="1"/>
          </p:cNvGraphicFramePr>
          <p:nvPr/>
        </p:nvGraphicFramePr>
        <p:xfrm>
          <a:off x="2379663" y="1412875"/>
          <a:ext cx="3663950" cy="5603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7399" name="公式" r:id="rId3" imgW="1556721" imgH="234112" progId="Equation.3">
                  <p:embed/>
                </p:oleObj>
              </mc:Choice>
              <mc:Fallback>
                <p:oleObj name="公式" r:id="rId3" imgW="1556721" imgH="234112" progId="Equation.3">
                  <p:embed/>
                  <p:pic>
                    <p:nvPicPr>
                      <p:cNvPr id="0" name="Object 3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79663" y="1412875"/>
                        <a:ext cx="3663950" cy="5603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7347" name="Object 34"/>
          <p:cNvGraphicFramePr>
            <a:graphicFrameLocks noChangeAspect="1"/>
          </p:cNvGraphicFramePr>
          <p:nvPr/>
        </p:nvGraphicFramePr>
        <p:xfrm>
          <a:off x="1446213" y="2362200"/>
          <a:ext cx="5154612" cy="1025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7400" name="公式" r:id="rId5" imgW="2231423" imgH="440702" progId="Equation.3">
                  <p:embed/>
                </p:oleObj>
              </mc:Choice>
              <mc:Fallback>
                <p:oleObj name="公式" r:id="rId5" imgW="2231423" imgH="440702" progId="Equation.3">
                  <p:embed/>
                  <p:pic>
                    <p:nvPicPr>
                      <p:cNvPr id="0" name="Object 3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46213" y="2362200"/>
                        <a:ext cx="5154612" cy="10255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7348" name="Rectangle 53"/>
          <p:cNvSpPr>
            <a:spLocks noChangeArrowheads="1"/>
          </p:cNvSpPr>
          <p:nvPr/>
        </p:nvSpPr>
        <p:spPr bwMode="auto">
          <a:xfrm>
            <a:off x="1476375" y="260350"/>
            <a:ext cx="4818063" cy="646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3600" b="1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活度与气液（固）平衡</a:t>
            </a:r>
          </a:p>
        </p:txBody>
      </p:sp>
      <p:graphicFrame>
        <p:nvGraphicFramePr>
          <p:cNvPr id="57349" name="Object 20"/>
          <p:cNvGraphicFramePr>
            <a:graphicFrameLocks noChangeAspect="1"/>
          </p:cNvGraphicFramePr>
          <p:nvPr/>
        </p:nvGraphicFramePr>
        <p:xfrm>
          <a:off x="2339975" y="4165600"/>
          <a:ext cx="5041900" cy="5349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7401" name="公式" r:id="rId7" imgW="2253406" imgH="234112" progId="Equation.3">
                  <p:embed/>
                </p:oleObj>
              </mc:Choice>
              <mc:Fallback>
                <p:oleObj name="公式" r:id="rId7" imgW="2253406" imgH="234112" progId="Equation.3">
                  <p:embed/>
                  <p:pic>
                    <p:nvPicPr>
                      <p:cNvPr id="0" name="Object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39975" y="4165600"/>
                        <a:ext cx="5041900" cy="5349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7350" name="Rectangle 75"/>
          <p:cNvSpPr>
            <a:spLocks noChangeArrowheads="1"/>
          </p:cNvSpPr>
          <p:nvPr/>
        </p:nvSpPr>
        <p:spPr bwMode="auto">
          <a:xfrm>
            <a:off x="354013" y="4084638"/>
            <a:ext cx="1825625" cy="523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 b="1">
                <a:solidFill>
                  <a:srgbClr val="FF0000"/>
                </a:solidFill>
              </a:rPr>
              <a:t>（</a:t>
            </a:r>
            <a:r>
              <a:rPr lang="zh-CN" altLang="en-US" sz="2800" b="1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惯例</a:t>
            </a:r>
            <a:r>
              <a:rPr lang="en-US" altLang="zh-CN" sz="2800" b="1">
                <a:solidFill>
                  <a:srgbClr val="FF0000"/>
                </a:solidFill>
              </a:rPr>
              <a:t>II</a:t>
            </a:r>
            <a:r>
              <a:rPr lang="zh-CN" altLang="en-US" sz="2800" b="1">
                <a:solidFill>
                  <a:srgbClr val="FF0000"/>
                </a:solidFill>
              </a:rPr>
              <a:t>）</a:t>
            </a:r>
          </a:p>
        </p:txBody>
      </p:sp>
      <p:graphicFrame>
        <p:nvGraphicFramePr>
          <p:cNvPr id="57351" name="Object 51"/>
          <p:cNvGraphicFramePr>
            <a:graphicFrameLocks noChangeAspect="1"/>
          </p:cNvGraphicFramePr>
          <p:nvPr/>
        </p:nvGraphicFramePr>
        <p:xfrm>
          <a:off x="2255838" y="4935538"/>
          <a:ext cx="1955800" cy="1022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7402" name="公式" r:id="rId9" imgW="870857" imgH="451914" progId="Equation.3">
                  <p:embed/>
                </p:oleObj>
              </mc:Choice>
              <mc:Fallback>
                <p:oleObj name="公式" r:id="rId9" imgW="870857" imgH="451914" progId="Equation.3">
                  <p:embed/>
                  <p:pic>
                    <p:nvPicPr>
                      <p:cNvPr id="0" name="Object 5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55838" y="4935538"/>
                        <a:ext cx="1955800" cy="10223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7352" name="Object 53"/>
          <p:cNvGraphicFramePr>
            <a:graphicFrameLocks noChangeAspect="1"/>
          </p:cNvGraphicFramePr>
          <p:nvPr/>
        </p:nvGraphicFramePr>
        <p:xfrm>
          <a:off x="4705350" y="4935538"/>
          <a:ext cx="2273300" cy="1022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7403" name="公式" r:id="rId11" imgW="1012223" imgH="451914" progId="Equation.3">
                  <p:embed/>
                </p:oleObj>
              </mc:Choice>
              <mc:Fallback>
                <p:oleObj name="公式" r:id="rId11" imgW="1012223" imgH="451914" progId="Equation.3">
                  <p:embed/>
                  <p:pic>
                    <p:nvPicPr>
                      <p:cNvPr id="0" name="Object 5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05350" y="4935538"/>
                        <a:ext cx="2273300" cy="10223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7353" name="Rectangle 75"/>
          <p:cNvSpPr>
            <a:spLocks noChangeArrowheads="1"/>
          </p:cNvSpPr>
          <p:nvPr/>
        </p:nvSpPr>
        <p:spPr bwMode="auto">
          <a:xfrm>
            <a:off x="354013" y="1490663"/>
            <a:ext cx="1727200" cy="523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 b="1">
                <a:solidFill>
                  <a:srgbClr val="FF0000"/>
                </a:solidFill>
              </a:rPr>
              <a:t>（</a:t>
            </a:r>
            <a:r>
              <a:rPr lang="zh-CN" altLang="en-US" sz="2800" b="1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惯例</a:t>
            </a:r>
            <a:r>
              <a:rPr lang="en-US" altLang="zh-CN" sz="2800" b="1">
                <a:solidFill>
                  <a:srgbClr val="FF0000"/>
                </a:solidFill>
              </a:rPr>
              <a:t>I</a:t>
            </a:r>
            <a:r>
              <a:rPr lang="zh-CN" altLang="en-US" sz="2800" b="1">
                <a:solidFill>
                  <a:srgbClr val="FF0000"/>
                </a:solidFill>
              </a:rPr>
              <a:t>）</a:t>
            </a: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灯片编号占位符 5"/>
          <p:cNvSpPr>
            <a:spLocks noGrp="1"/>
          </p:cNvSpPr>
          <p:nvPr>
            <p:ph type="sldNum" sz="quarter" idx="12"/>
          </p:nvPr>
        </p:nvSpPr>
        <p:spPr bwMode="auto">
          <a:xfrm>
            <a:off x="6740525" y="5741988"/>
            <a:ext cx="2133600" cy="47625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A4FA41DB-49F5-44B9-90FD-B1E6A860B3ED}" type="slidenum">
              <a:rPr lang="en-US" altLang="zh-CN" sz="1400" smtClean="0"/>
              <a:pPr/>
              <a:t>28</a:t>
            </a:fld>
            <a:endParaRPr lang="en-US" altLang="zh-CN" sz="1400" smtClean="0"/>
          </a:p>
        </p:txBody>
      </p:sp>
      <p:sp>
        <p:nvSpPr>
          <p:cNvPr id="58371" name="Rectangle 3"/>
          <p:cNvSpPr>
            <a:spLocks noGrp="1" noRot="1" noChangeArrowheads="1"/>
          </p:cNvSpPr>
          <p:nvPr>
            <p:ph type="body" idx="1"/>
          </p:nvPr>
        </p:nvSpPr>
        <p:spPr bwMode="auto">
          <a:xfrm>
            <a:off x="371475" y="1781175"/>
            <a:ext cx="3400425" cy="39608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indent="0" eaLnBrk="1" hangingPunct="1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zh-CN" altLang="en-US" sz="3200" b="1" smtClean="0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水的相图</a:t>
            </a:r>
            <a:r>
              <a:rPr lang="en-US" altLang="zh-CN" sz="3200" b="1" smtClean="0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(</a:t>
            </a:r>
            <a:r>
              <a:rPr lang="zh-CN" altLang="en-US" sz="3200" b="1" smtClean="0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点、线、面的物理意义，线上 </a:t>
            </a:r>
            <a:r>
              <a:rPr lang="en-US" altLang="zh-CN" sz="3200" b="1" i="1" smtClean="0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p </a:t>
            </a:r>
            <a:r>
              <a:rPr lang="zh-CN" altLang="en-US" sz="3200" b="1" smtClean="0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与 </a:t>
            </a:r>
            <a:r>
              <a:rPr lang="en-US" altLang="zh-CN" sz="3200" b="1" i="1" smtClean="0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T </a:t>
            </a:r>
            <a:r>
              <a:rPr lang="zh-CN" altLang="en-US" sz="3200" b="1" smtClean="0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的依赖关系</a:t>
            </a:r>
            <a:r>
              <a:rPr lang="en-US" altLang="zh-CN" sz="3200" b="1" smtClean="0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)</a:t>
            </a:r>
            <a:r>
              <a:rPr lang="zh-CN" altLang="en-US" sz="3200" b="1" smtClean="0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，饱和蒸气压</a:t>
            </a:r>
          </a:p>
        </p:txBody>
      </p:sp>
      <p:pic>
        <p:nvPicPr>
          <p:cNvPr id="58372" name="Picture 5" descr="01-02-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11638" y="1611313"/>
            <a:ext cx="4116387" cy="43005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8373" name="Text Box 2"/>
          <p:cNvSpPr txBox="1">
            <a:spLocks noChangeArrowheads="1"/>
          </p:cNvSpPr>
          <p:nvPr/>
        </p:nvSpPr>
        <p:spPr bwMode="auto">
          <a:xfrm>
            <a:off x="1187450" y="260350"/>
            <a:ext cx="1768475" cy="646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spcBef>
                <a:spcPct val="50000"/>
              </a:spcBef>
            </a:pPr>
            <a:r>
              <a:rPr kumimoji="1" lang="zh-CN" altLang="en-US" sz="3600" b="1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④相图</a:t>
            </a:r>
            <a:endParaRPr kumimoji="1" lang="zh-CN" altLang="en-US" sz="3600">
              <a:solidFill>
                <a:srgbClr val="FF0000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Text Box 2"/>
          <p:cNvSpPr txBox="1">
            <a:spLocks noChangeArrowheads="1"/>
          </p:cNvSpPr>
          <p:nvPr/>
        </p:nvSpPr>
        <p:spPr bwMode="auto">
          <a:xfrm>
            <a:off x="1008063" y="188913"/>
            <a:ext cx="5834062" cy="5857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spcBef>
                <a:spcPct val="50000"/>
              </a:spcBef>
            </a:pPr>
            <a:r>
              <a:rPr kumimoji="1" lang="zh-CN" altLang="en-US" sz="3200" b="1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两组分系统的气液平衡相图</a:t>
            </a:r>
            <a:endParaRPr kumimoji="1" lang="zh-CN" altLang="en-US" sz="3200">
              <a:solidFill>
                <a:srgbClr val="FF0000"/>
              </a:solidFill>
              <a:latin typeface="Times New Roman" panose="02020603050405020304" pitchFamily="18" charset="0"/>
            </a:endParaRPr>
          </a:p>
        </p:txBody>
      </p:sp>
      <p:pic>
        <p:nvPicPr>
          <p:cNvPr id="60419" name="Picture 3" descr="04-3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74813" y="1196975"/>
            <a:ext cx="5167312" cy="5362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Text Box 2"/>
          <p:cNvSpPr txBox="1">
            <a:spLocks noChangeArrowheads="1"/>
          </p:cNvSpPr>
          <p:nvPr/>
        </p:nvSpPr>
        <p:spPr bwMode="auto">
          <a:xfrm>
            <a:off x="1116013" y="188913"/>
            <a:ext cx="5834062" cy="5857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spcBef>
                <a:spcPct val="50000"/>
              </a:spcBef>
            </a:pPr>
            <a:r>
              <a:rPr kumimoji="1" lang="zh-CN" altLang="en-US" sz="3200" b="1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两组分系统的气液平衡相图</a:t>
            </a:r>
            <a:endParaRPr kumimoji="1" lang="zh-CN" altLang="en-US" sz="3200">
              <a:solidFill>
                <a:srgbClr val="FF0000"/>
              </a:solidFill>
              <a:latin typeface="Times New Roman" panose="02020603050405020304" pitchFamily="18" charset="0"/>
            </a:endParaRPr>
          </a:p>
        </p:txBody>
      </p:sp>
      <p:pic>
        <p:nvPicPr>
          <p:cNvPr id="61443" name="Picture 3" descr="04-0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7350" y="1057275"/>
            <a:ext cx="2805113" cy="2738438"/>
          </a:xfrm>
          <a:prstGeom prst="rect">
            <a:avLst/>
          </a:prstGeom>
          <a:noFill/>
          <a:ln>
            <a:noFill/>
          </a:ln>
          <a:effectLst>
            <a:outerShdw dist="35921" dir="2700000" algn="ctr" rotWithShape="0">
              <a:srgbClr val="808080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1444" name="Picture 4" descr="04-05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68650" y="1071563"/>
            <a:ext cx="2797175" cy="2720975"/>
          </a:xfrm>
          <a:prstGeom prst="rect">
            <a:avLst/>
          </a:prstGeom>
          <a:noFill/>
          <a:ln>
            <a:noFill/>
          </a:ln>
          <a:effectLst>
            <a:outerShdw dist="35921" dir="2700000" algn="ctr" rotWithShape="0">
              <a:srgbClr val="808080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1445" name="Picture 5" descr="04-07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40425" y="1052513"/>
            <a:ext cx="2811463" cy="2720975"/>
          </a:xfrm>
          <a:prstGeom prst="rect">
            <a:avLst/>
          </a:prstGeom>
          <a:noFill/>
          <a:ln>
            <a:noFill/>
          </a:ln>
          <a:effectLst>
            <a:outerShdw dist="35921" dir="2700000" algn="ctr" rotWithShape="0">
              <a:srgbClr val="808080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1446" name="Picture 7" descr="04-19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0433" y="3976304"/>
            <a:ext cx="2668587" cy="2606675"/>
          </a:xfrm>
          <a:prstGeom prst="rect">
            <a:avLst/>
          </a:prstGeom>
          <a:noFill/>
          <a:ln>
            <a:noFill/>
          </a:ln>
          <a:effectLst>
            <a:outerShdw dist="35921" dir="2700000" algn="ctr" rotWithShape="0">
              <a:srgbClr val="808080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1447" name="Picture 8" descr="04-22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83275" y="4052888"/>
            <a:ext cx="2854325" cy="2581275"/>
          </a:xfrm>
          <a:prstGeom prst="rect">
            <a:avLst/>
          </a:prstGeom>
          <a:noFill/>
          <a:ln>
            <a:noFill/>
          </a:ln>
          <a:effectLst>
            <a:outerShdw dist="35921" dir="2700000" algn="ctr" rotWithShape="0">
              <a:srgbClr val="808080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61448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41535169"/>
              </p:ext>
            </p:extLst>
          </p:nvPr>
        </p:nvGraphicFramePr>
        <p:xfrm>
          <a:off x="3048177" y="4015289"/>
          <a:ext cx="2811463" cy="25923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458" name="位图图像" r:id="rId8" imgW="2438095" imgH="2247619" progId="Paint.Picture">
                  <p:embed/>
                </p:oleObj>
              </mc:Choice>
              <mc:Fallback>
                <p:oleObj name="位图图像" r:id="rId8" imgW="2438095" imgH="2247619" progId="Paint.Picture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48177" y="4015289"/>
                        <a:ext cx="2811463" cy="25923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467" name="Picture 3" descr="04-09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44008" y="1988840"/>
            <a:ext cx="3684158" cy="3740100"/>
          </a:xfrm>
          <a:prstGeom prst="rect">
            <a:avLst/>
          </a:prstGeom>
          <a:noFill/>
          <a:ln>
            <a:noFill/>
          </a:ln>
          <a:effectLst>
            <a:outerShdw dist="35921" dir="2700000" algn="ctr" rotWithShape="0">
              <a:srgbClr val="808080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62468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24031284"/>
              </p:ext>
            </p:extLst>
          </p:nvPr>
        </p:nvGraphicFramePr>
        <p:xfrm>
          <a:off x="539552" y="1892094"/>
          <a:ext cx="3687437" cy="3600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479" name="位图图像" r:id="rId4" imgW="3677163" imgH="3591426" progId="Paint.Picture">
                  <p:embed/>
                </p:oleObj>
              </mc:Choice>
              <mc:Fallback>
                <p:oleObj name="位图图像" r:id="rId4" imgW="3677163" imgH="3591426" progId="Paint.Picture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9552" y="1892094"/>
                        <a:ext cx="3687437" cy="3600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62469" name="Text Box 2"/>
          <p:cNvSpPr txBox="1">
            <a:spLocks noChangeArrowheads="1"/>
          </p:cNvSpPr>
          <p:nvPr/>
        </p:nvSpPr>
        <p:spPr bwMode="auto">
          <a:xfrm>
            <a:off x="1116013" y="188913"/>
            <a:ext cx="5834062" cy="5857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spcBef>
                <a:spcPct val="50000"/>
              </a:spcBef>
            </a:pPr>
            <a:r>
              <a:rPr kumimoji="1" lang="zh-CN" altLang="en-US" sz="3200" b="1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两组分系统的气液平衡相图</a:t>
            </a:r>
            <a:endParaRPr kumimoji="1" lang="zh-CN" altLang="en-US" sz="3200">
              <a:solidFill>
                <a:srgbClr val="FF0000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灯片编号占位符 3"/>
          <p:cNvSpPr txBox="1">
            <a:spLocks noGrp="1"/>
          </p:cNvSpPr>
          <p:nvPr/>
        </p:nvSpPr>
        <p:spPr bwMode="auto">
          <a:xfrm>
            <a:off x="6553200" y="6245225"/>
            <a:ext cx="2289175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r">
              <a:spcBef>
                <a:spcPct val="0"/>
              </a:spcBef>
              <a:buFontTx/>
              <a:buNone/>
            </a:pPr>
            <a:fld id="{72B9A007-445C-4317-87E7-C59BAC25BAEB}" type="slidenum">
              <a:rPr lang="en-US" altLang="zh-CN" sz="1400"/>
              <a:pPr algn="r">
                <a:spcBef>
                  <a:spcPct val="0"/>
                </a:spcBef>
                <a:buFontTx/>
                <a:buNone/>
              </a:pPr>
              <a:t>32</a:t>
            </a:fld>
            <a:endParaRPr lang="en-US" altLang="zh-CN" sz="1400"/>
          </a:p>
        </p:txBody>
      </p:sp>
      <p:sp>
        <p:nvSpPr>
          <p:cNvPr id="38915" name="Text Box 5"/>
          <p:cNvSpPr txBox="1">
            <a:spLocks noChangeArrowheads="1"/>
          </p:cNvSpPr>
          <p:nvPr/>
        </p:nvSpPr>
        <p:spPr bwMode="auto">
          <a:xfrm>
            <a:off x="899592" y="484999"/>
            <a:ext cx="7855024" cy="31085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spcBef>
                <a:spcPct val="50000"/>
              </a:spcBef>
              <a:buFontTx/>
              <a:buNone/>
            </a:pPr>
            <a:r>
              <a:rPr kumimoji="1" lang="zh-CN" altLang="en-US" sz="2800" b="1" smtClean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要求</a:t>
            </a:r>
            <a:r>
              <a:rPr kumimoji="1" lang="zh-CN" altLang="en-US" sz="2800" b="1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：</a:t>
            </a:r>
          </a:p>
          <a:p>
            <a:pPr algn="just">
              <a:spcBef>
                <a:spcPct val="50000"/>
              </a:spcBef>
              <a:buFontTx/>
              <a:buNone/>
            </a:pPr>
            <a:r>
              <a:rPr kumimoji="1" lang="en-US" altLang="zh-CN" sz="2800" b="1">
                <a:latin typeface="Times New Roman" panose="02020603050405020304" pitchFamily="18" charset="0"/>
                <a:ea typeface="黑体" panose="02010609060101010101" pitchFamily="49" charset="-122"/>
              </a:rPr>
              <a:t>A.</a:t>
            </a:r>
            <a:r>
              <a:rPr kumimoji="1" lang="en-US" altLang="zh-CN" sz="2800" b="1"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kumimoji="1" lang="zh-CN" altLang="en-US" sz="2800" b="1">
                <a:latin typeface="黑体" panose="02010609060101010101" pitchFamily="49" charset="-122"/>
                <a:ea typeface="黑体" panose="02010609060101010101" pitchFamily="49" charset="-122"/>
              </a:rPr>
              <a:t>根据给出数据绘制相图的示意图；</a:t>
            </a:r>
            <a:r>
              <a:rPr kumimoji="1" lang="en-US" altLang="zh-CN" sz="2800" b="1">
                <a:latin typeface="Times New Roman" panose="02020603050405020304" pitchFamily="18" charset="0"/>
                <a:ea typeface="黑体" panose="02010609060101010101" pitchFamily="49" charset="-122"/>
              </a:rPr>
              <a:t>B.</a:t>
            </a:r>
            <a:r>
              <a:rPr kumimoji="1" lang="en-US" altLang="zh-CN" sz="2800" b="1"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kumimoji="1" lang="zh-CN" altLang="en-US" sz="2800" b="1">
                <a:latin typeface="黑体" panose="02010609060101010101" pitchFamily="49" charset="-122"/>
                <a:ea typeface="黑体" panose="02010609060101010101" pitchFamily="49" charset="-122"/>
              </a:rPr>
              <a:t>在相图上划分相区；</a:t>
            </a:r>
            <a:r>
              <a:rPr kumimoji="1" lang="en-US" altLang="zh-CN" sz="2800" b="1">
                <a:latin typeface="Times New Roman" panose="02020603050405020304" pitchFamily="18" charset="0"/>
                <a:ea typeface="黑体" panose="02010609060101010101" pitchFamily="49" charset="-122"/>
              </a:rPr>
              <a:t>C.</a:t>
            </a:r>
            <a:r>
              <a:rPr kumimoji="1" lang="en-US" altLang="zh-CN" sz="2800" b="1"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kumimoji="1" lang="zh-CN" altLang="en-US" sz="2800" b="1">
                <a:latin typeface="黑体" panose="02010609060101010101" pitchFamily="49" charset="-122"/>
                <a:ea typeface="黑体" panose="02010609060101010101" pitchFamily="49" charset="-122"/>
              </a:rPr>
              <a:t>根据相图绘制冷却曲线、计算自由度；</a:t>
            </a:r>
            <a:r>
              <a:rPr kumimoji="1" lang="en-US" altLang="zh-CN" sz="2800" b="1">
                <a:latin typeface="Times New Roman" panose="02020603050405020304" pitchFamily="18" charset="0"/>
                <a:ea typeface="黑体" panose="02010609060101010101" pitchFamily="49" charset="-122"/>
              </a:rPr>
              <a:t>D.</a:t>
            </a:r>
            <a:r>
              <a:rPr kumimoji="1" lang="en-US" altLang="zh-CN" sz="2800" b="1"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kumimoji="1" lang="zh-CN" altLang="en-US" sz="2800" b="1">
                <a:latin typeface="黑体" panose="02010609060101010101" pitchFamily="49" charset="-122"/>
                <a:ea typeface="黑体" panose="02010609060101010101" pitchFamily="49" charset="-122"/>
              </a:rPr>
              <a:t>根据相图讨论分离条件；</a:t>
            </a:r>
            <a:r>
              <a:rPr kumimoji="1" lang="en-US" altLang="zh-CN" sz="2800" b="1">
                <a:latin typeface="Times New Roman" panose="02020603050405020304" pitchFamily="18" charset="0"/>
                <a:ea typeface="黑体" panose="02010609060101010101" pitchFamily="49" charset="-122"/>
              </a:rPr>
              <a:t>E.</a:t>
            </a:r>
            <a:r>
              <a:rPr kumimoji="1" lang="en-US" altLang="zh-CN" sz="2800" b="1"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kumimoji="1" lang="zh-CN" altLang="en-US" sz="2800" b="1">
                <a:latin typeface="黑体" panose="02010609060101010101" pitchFamily="49" charset="-122"/>
                <a:ea typeface="黑体" panose="02010609060101010101" pitchFamily="49" charset="-122"/>
              </a:rPr>
              <a:t>各相组成的计算；</a:t>
            </a:r>
            <a:r>
              <a:rPr kumimoji="1" lang="en-US" altLang="zh-CN" sz="2800" b="1">
                <a:latin typeface="Times New Roman" panose="02020603050405020304" pitchFamily="18" charset="0"/>
                <a:ea typeface="黑体" panose="02010609060101010101" pitchFamily="49" charset="-122"/>
              </a:rPr>
              <a:t>F.</a:t>
            </a:r>
            <a:r>
              <a:rPr kumimoji="1" lang="en-US" altLang="zh-CN" sz="2800" b="1"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kumimoji="1" lang="zh-CN" altLang="en-US" sz="2800" b="1">
                <a:latin typeface="黑体" panose="02010609060101010101" pitchFamily="49" charset="-122"/>
                <a:ea typeface="黑体" panose="02010609060101010101" pitchFamily="49" charset="-122"/>
              </a:rPr>
              <a:t>各相量的计算</a:t>
            </a:r>
            <a:r>
              <a:rPr kumimoji="1" lang="en-US" altLang="zh-CN" sz="2800" b="1">
                <a:latin typeface="黑体" panose="02010609060101010101" pitchFamily="49" charset="-122"/>
                <a:ea typeface="黑体" panose="02010609060101010101" pitchFamily="49" charset="-122"/>
              </a:rPr>
              <a:t>-</a:t>
            </a:r>
            <a:r>
              <a:rPr kumimoji="1" lang="zh-CN" altLang="en-US" sz="2800" b="1">
                <a:latin typeface="黑体" panose="02010609060101010101" pitchFamily="49" charset="-122"/>
                <a:ea typeface="黑体" panose="02010609060101010101" pitchFamily="49" charset="-122"/>
              </a:rPr>
              <a:t>杠杆规则。</a:t>
            </a:r>
          </a:p>
          <a:p>
            <a:pPr>
              <a:spcBef>
                <a:spcPct val="50000"/>
              </a:spcBef>
              <a:buFontTx/>
              <a:buNone/>
            </a:pPr>
            <a:endParaRPr kumimoji="1" lang="en-US" altLang="zh-CN" sz="2800" b="1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aphicFrame>
        <p:nvGraphicFramePr>
          <p:cNvPr id="38916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85400028"/>
              </p:ext>
            </p:extLst>
          </p:nvPr>
        </p:nvGraphicFramePr>
        <p:xfrm>
          <a:off x="2304924" y="4221088"/>
          <a:ext cx="3180260" cy="10801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5896" name="公式" r:id="rId3" imgW="1311866" imgH="424392" progId="Equation.3">
                  <p:embed/>
                </p:oleObj>
              </mc:Choice>
              <mc:Fallback>
                <p:oleObj name="公式" r:id="rId3" imgW="1311866" imgH="424392" progId="Equation.3">
                  <p:embed/>
                  <p:pic>
                    <p:nvPicPr>
                      <p:cNvPr id="38916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04924" y="4221088"/>
                        <a:ext cx="3180260" cy="108012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文本框 1"/>
          <p:cNvSpPr txBox="1"/>
          <p:nvPr/>
        </p:nvSpPr>
        <p:spPr>
          <a:xfrm>
            <a:off x="1003307" y="3239096"/>
            <a:ext cx="266429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spcBef>
                <a:spcPct val="50000"/>
              </a:spcBef>
              <a:buFontTx/>
              <a:buNone/>
            </a:pPr>
            <a:r>
              <a:rPr kumimoji="1" lang="zh-CN" altLang="en-US" sz="2800" b="1" smtClean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杠杆规则</a:t>
            </a:r>
            <a:endParaRPr kumimoji="1" lang="zh-CN" altLang="en-US" sz="2800" b="1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6549716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4514" name="Object 2"/>
          <p:cNvGraphicFramePr>
            <a:graphicFrameLocks noChangeAspect="1"/>
          </p:cNvGraphicFramePr>
          <p:nvPr/>
        </p:nvGraphicFramePr>
        <p:xfrm>
          <a:off x="2338388" y="1082675"/>
          <a:ext cx="3987800" cy="6175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4532" name="公式" r:id="rId4" imgW="1637589" imgH="253890" progId="Equation.3">
                  <p:embed/>
                </p:oleObj>
              </mc:Choice>
              <mc:Fallback>
                <p:oleObj name="公式" r:id="rId4" imgW="1637589" imgH="253890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38388" y="1082675"/>
                        <a:ext cx="3987800" cy="6175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64515" name="Group 9"/>
          <p:cNvGrpSpPr>
            <a:grpSpLocks/>
          </p:cNvGrpSpPr>
          <p:nvPr/>
        </p:nvGrpSpPr>
        <p:grpSpPr bwMode="auto">
          <a:xfrm>
            <a:off x="617538" y="1903413"/>
            <a:ext cx="7562850" cy="2443162"/>
            <a:chOff x="480" y="1416"/>
            <a:chExt cx="4764" cy="1539"/>
          </a:xfrm>
        </p:grpSpPr>
        <p:sp>
          <p:nvSpPr>
            <p:cNvPr id="64518" name="Text Box 3"/>
            <p:cNvSpPr txBox="1">
              <a:spLocks noChangeArrowheads="1"/>
            </p:cNvSpPr>
            <p:nvPr/>
          </p:nvSpPr>
          <p:spPr bwMode="auto">
            <a:xfrm>
              <a:off x="720" y="1416"/>
              <a:ext cx="4524" cy="153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kumimoji="1" lang="zh-CN" altLang="en-US" sz="2800" b="1">
                  <a:solidFill>
                    <a:srgbClr val="0000FF"/>
                  </a:solidFill>
                  <a:latin typeface="Times New Roman" panose="02020603050405020304" pitchFamily="18" charset="0"/>
                  <a:ea typeface="黑体" panose="02010609060101010101" pitchFamily="49" charset="-122"/>
                </a:rPr>
                <a:t>定义</a:t>
              </a:r>
            </a:p>
            <a:p>
              <a:pPr eaLnBrk="1" hangingPunct="1">
                <a:spcBef>
                  <a:spcPct val="50000"/>
                </a:spcBef>
              </a:pPr>
              <a:r>
                <a:rPr kumimoji="1" lang="zh-CN" altLang="en-US" sz="2800" b="1">
                  <a:solidFill>
                    <a:srgbClr val="0000FF"/>
                  </a:solidFill>
                  <a:latin typeface="Times New Roman" panose="02020603050405020304" pitchFamily="18" charset="0"/>
                  <a:ea typeface="黑体" panose="02010609060101010101" pitchFamily="49" charset="-122"/>
                </a:rPr>
                <a:t>单位</a:t>
              </a:r>
            </a:p>
            <a:p>
              <a:pPr eaLnBrk="1" hangingPunct="1">
                <a:spcBef>
                  <a:spcPct val="50000"/>
                </a:spcBef>
              </a:pPr>
              <a:r>
                <a:rPr kumimoji="1" lang="zh-CN" altLang="en-US" sz="2800" b="1">
                  <a:solidFill>
                    <a:srgbClr val="0000FF"/>
                  </a:solidFill>
                  <a:latin typeface="Times New Roman" panose="02020603050405020304" pitchFamily="18" charset="0"/>
                  <a:ea typeface="黑体" panose="02010609060101010101" pitchFamily="49" charset="-122"/>
                </a:rPr>
                <a:t>影响因素，即压力、温度、组成对它的影响</a:t>
              </a:r>
            </a:p>
            <a:p>
              <a:pPr eaLnBrk="1" hangingPunct="1">
                <a:spcBef>
                  <a:spcPct val="50000"/>
                </a:spcBef>
              </a:pPr>
              <a:r>
                <a:rPr kumimoji="1" lang="zh-CN" altLang="en-US" sz="2800" b="1">
                  <a:solidFill>
                    <a:srgbClr val="0000FF"/>
                  </a:solidFill>
                  <a:latin typeface="Times New Roman" panose="02020603050405020304" pitchFamily="18" charset="0"/>
                  <a:ea typeface="黑体" panose="02010609060101010101" pitchFamily="49" charset="-122"/>
                </a:rPr>
                <a:t>各平衡常数之间的相互关系</a:t>
              </a:r>
            </a:p>
          </p:txBody>
        </p:sp>
        <p:sp>
          <p:nvSpPr>
            <p:cNvPr id="64519" name="AutoShape 4"/>
            <p:cNvSpPr>
              <a:spLocks noChangeArrowheads="1"/>
            </p:cNvSpPr>
            <p:nvPr/>
          </p:nvSpPr>
          <p:spPr bwMode="auto">
            <a:xfrm>
              <a:off x="492" y="1512"/>
              <a:ext cx="129" cy="141"/>
            </a:xfrm>
            <a:prstGeom prst="diamond">
              <a:avLst/>
            </a:prstGeom>
            <a:solidFill>
              <a:srgbClr val="FF00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64520" name="AutoShape 5"/>
            <p:cNvSpPr>
              <a:spLocks noChangeArrowheads="1"/>
            </p:cNvSpPr>
            <p:nvPr/>
          </p:nvSpPr>
          <p:spPr bwMode="auto">
            <a:xfrm>
              <a:off x="480" y="1920"/>
              <a:ext cx="129" cy="141"/>
            </a:xfrm>
            <a:prstGeom prst="diamond">
              <a:avLst/>
            </a:prstGeom>
            <a:solidFill>
              <a:srgbClr val="FF00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64521" name="AutoShape 6"/>
            <p:cNvSpPr>
              <a:spLocks noChangeArrowheads="1"/>
            </p:cNvSpPr>
            <p:nvPr/>
          </p:nvSpPr>
          <p:spPr bwMode="auto">
            <a:xfrm>
              <a:off x="504" y="2328"/>
              <a:ext cx="129" cy="141"/>
            </a:xfrm>
            <a:prstGeom prst="diamond">
              <a:avLst/>
            </a:prstGeom>
            <a:solidFill>
              <a:srgbClr val="FF00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64522" name="AutoShape 7"/>
            <p:cNvSpPr>
              <a:spLocks noChangeArrowheads="1"/>
            </p:cNvSpPr>
            <p:nvPr/>
          </p:nvSpPr>
          <p:spPr bwMode="auto">
            <a:xfrm>
              <a:off x="504" y="2724"/>
              <a:ext cx="129" cy="141"/>
            </a:xfrm>
            <a:prstGeom prst="diamond">
              <a:avLst/>
            </a:prstGeom>
            <a:solidFill>
              <a:srgbClr val="FF00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</p:grpSp>
      <p:sp>
        <p:nvSpPr>
          <p:cNvPr id="64516" name="Text Box 8"/>
          <p:cNvSpPr txBox="1">
            <a:spLocks noChangeArrowheads="1"/>
          </p:cNvSpPr>
          <p:nvPr/>
        </p:nvSpPr>
        <p:spPr bwMode="auto">
          <a:xfrm>
            <a:off x="833438" y="4711700"/>
            <a:ext cx="7126287" cy="946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 marL="482600" indent="-482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buClr>
                <a:schemeClr val="bg2"/>
              </a:buClr>
              <a:buFont typeface="Wingdings" panose="05000000000000000000" pitchFamily="2" charset="2"/>
              <a:buChar char="l"/>
            </a:pPr>
            <a:r>
              <a:rPr kumimoji="1" lang="zh-CN" altLang="en-US" sz="2800" b="1">
                <a:solidFill>
                  <a:srgbClr val="FF33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判断反应的方向与限度；</a:t>
            </a:r>
          </a:p>
          <a:p>
            <a:pPr algn="just" eaLnBrk="1" hangingPunct="1">
              <a:buClr>
                <a:schemeClr val="bg2"/>
              </a:buClr>
              <a:buFont typeface="Wingdings" panose="05000000000000000000" pitchFamily="2" charset="2"/>
              <a:buChar char="l"/>
            </a:pPr>
            <a:r>
              <a:rPr kumimoji="1" lang="zh-CN" altLang="en-US" sz="2800" b="1">
                <a:solidFill>
                  <a:srgbClr val="FF33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建立由热性质数据计算平衡常数的方法。</a:t>
            </a:r>
          </a:p>
        </p:txBody>
      </p:sp>
      <p:sp>
        <p:nvSpPr>
          <p:cNvPr id="64517" name="Text Box 2"/>
          <p:cNvSpPr txBox="1">
            <a:spLocks noChangeArrowheads="1"/>
          </p:cNvSpPr>
          <p:nvPr/>
        </p:nvSpPr>
        <p:spPr bwMode="auto">
          <a:xfrm>
            <a:off x="1259632" y="218569"/>
            <a:ext cx="2952328" cy="646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3600" b="1" smtClean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⑤化学平衡</a:t>
            </a:r>
            <a:endParaRPr kumimoji="1" lang="en-US" altLang="zh-CN" sz="360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52930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3836648"/>
              </p:ext>
            </p:extLst>
          </p:nvPr>
        </p:nvGraphicFramePr>
        <p:xfrm>
          <a:off x="1187624" y="2844819"/>
          <a:ext cx="7502525" cy="14652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6938" name="文档" r:id="rId3" imgW="4354775" imgH="857551" progId="Word.Document.8">
                  <p:embed/>
                </p:oleObj>
              </mc:Choice>
              <mc:Fallback>
                <p:oleObj name="文档" r:id="rId3" imgW="4354775" imgH="857551" progId="Word.Document.8">
                  <p:embed/>
                  <p:pic>
                    <p:nvPicPr>
                      <p:cNvPr id="25293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87624" y="2844819"/>
                        <a:ext cx="7502525" cy="14652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2931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85253096"/>
              </p:ext>
            </p:extLst>
          </p:nvPr>
        </p:nvGraphicFramePr>
        <p:xfrm>
          <a:off x="4787305" y="4684840"/>
          <a:ext cx="2179638" cy="933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6939" name="公式" r:id="rId5" imgW="812520" imgH="342720" progId="Equation.3">
                  <p:embed/>
                </p:oleObj>
              </mc:Choice>
              <mc:Fallback>
                <p:oleObj name="公式" r:id="rId5" imgW="812520" imgH="342720" progId="Equation.3">
                  <p:embed/>
                  <p:pic>
                    <p:nvPicPr>
                      <p:cNvPr id="252931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87305" y="4684840"/>
                        <a:ext cx="2179638" cy="9334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2932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08646617"/>
              </p:ext>
            </p:extLst>
          </p:nvPr>
        </p:nvGraphicFramePr>
        <p:xfrm>
          <a:off x="2123728" y="1206242"/>
          <a:ext cx="3663950" cy="12207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6940" name="公式" r:id="rId7" imgW="1307880" imgH="431640" progId="Equation.3">
                  <p:embed/>
                </p:oleObj>
              </mc:Choice>
              <mc:Fallback>
                <p:oleObj name="公式" r:id="rId7" imgW="1307880" imgH="431640" progId="Equation.3">
                  <p:embed/>
                  <p:pic>
                    <p:nvPicPr>
                      <p:cNvPr id="252932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23728" y="1206242"/>
                        <a:ext cx="3663950" cy="12207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2934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44146609"/>
              </p:ext>
            </p:extLst>
          </p:nvPr>
        </p:nvGraphicFramePr>
        <p:xfrm>
          <a:off x="1691680" y="4869160"/>
          <a:ext cx="3097213" cy="615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6941" name="公式" r:id="rId9" imgW="1168200" imgH="228600" progId="Equation.3">
                  <p:embed/>
                </p:oleObj>
              </mc:Choice>
              <mc:Fallback>
                <p:oleObj name="公式" r:id="rId9" imgW="1168200" imgH="228600" progId="Equation.3">
                  <p:embed/>
                  <p:pic>
                    <p:nvPicPr>
                      <p:cNvPr id="252934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91680" y="4869160"/>
                        <a:ext cx="3097213" cy="6159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文本框 1"/>
          <p:cNvSpPr txBox="1"/>
          <p:nvPr/>
        </p:nvSpPr>
        <p:spPr>
          <a:xfrm>
            <a:off x="1403648" y="260648"/>
            <a:ext cx="280831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b="1" smtClean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平衡常数</a:t>
            </a:r>
            <a:endParaRPr lang="zh-CN" altLang="en-US" sz="3600" b="1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3560561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196" name="Object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18349939"/>
              </p:ext>
            </p:extLst>
          </p:nvPr>
        </p:nvGraphicFramePr>
        <p:xfrm>
          <a:off x="2411760" y="1806552"/>
          <a:ext cx="3443287" cy="8556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1030" name="公式" r:id="rId3" imgW="1218671" imgH="304668" progId="Equation.3">
                  <p:embed/>
                </p:oleObj>
              </mc:Choice>
              <mc:Fallback>
                <p:oleObj name="公式" r:id="rId3" imgW="1218671" imgH="304668" progId="Equation.3">
                  <p:embed/>
                  <p:pic>
                    <p:nvPicPr>
                      <p:cNvPr id="8196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11760" y="1806552"/>
                        <a:ext cx="3443287" cy="8556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197" name="Object 1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63244052"/>
              </p:ext>
            </p:extLst>
          </p:nvPr>
        </p:nvGraphicFramePr>
        <p:xfrm>
          <a:off x="2573337" y="2862576"/>
          <a:ext cx="2555875" cy="708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1031" name="公式" r:id="rId5" imgW="863225" imgH="241195" progId="Equation.3">
                  <p:embed/>
                </p:oleObj>
              </mc:Choice>
              <mc:Fallback>
                <p:oleObj name="公式" r:id="rId5" imgW="863225" imgH="241195" progId="Equation.3">
                  <p:embed/>
                  <p:pic>
                    <p:nvPicPr>
                      <p:cNvPr id="8197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73337" y="2862576"/>
                        <a:ext cx="2555875" cy="7080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198" name="Rectangle 17"/>
          <p:cNvSpPr>
            <a:spLocks noChangeArrowheads="1"/>
          </p:cNvSpPr>
          <p:nvPr/>
        </p:nvSpPr>
        <p:spPr bwMode="auto">
          <a:xfrm>
            <a:off x="1376176" y="258477"/>
            <a:ext cx="2863284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Font typeface="Wingdings" panose="05000000000000000000" pitchFamily="2" charset="2"/>
              <a:buChar char="l"/>
              <a:defRPr sz="3200" b="1">
                <a:solidFill>
                  <a:srgbClr val="003366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3200" b="1">
                <a:solidFill>
                  <a:srgbClr val="003366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3200" b="1">
                <a:solidFill>
                  <a:srgbClr val="003366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3200" b="1">
                <a:solidFill>
                  <a:srgbClr val="003366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3200" b="1">
                <a:solidFill>
                  <a:srgbClr val="003366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200" b="1">
                <a:solidFill>
                  <a:srgbClr val="003366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200" b="1">
                <a:solidFill>
                  <a:srgbClr val="003366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200" b="1">
                <a:solidFill>
                  <a:srgbClr val="003366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200" b="1">
                <a:solidFill>
                  <a:srgbClr val="003366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气相化学反应 </a:t>
            </a:r>
          </a:p>
        </p:txBody>
      </p:sp>
      <p:sp>
        <p:nvSpPr>
          <p:cNvPr id="8199" name="Rectangle 18"/>
          <p:cNvSpPr>
            <a:spLocks noChangeArrowheads="1"/>
          </p:cNvSpPr>
          <p:nvPr/>
        </p:nvSpPr>
        <p:spPr bwMode="auto">
          <a:xfrm>
            <a:off x="1455435" y="3974953"/>
            <a:ext cx="1872704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>
            <a:lvl1pPr>
              <a:spcBef>
                <a:spcPct val="20000"/>
              </a:spcBef>
              <a:buFont typeface="Wingdings" panose="05000000000000000000" pitchFamily="2" charset="2"/>
              <a:buChar char="l"/>
              <a:defRPr sz="3200" b="1">
                <a:solidFill>
                  <a:srgbClr val="003366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3200" b="1">
                <a:solidFill>
                  <a:srgbClr val="003366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3200" b="1">
                <a:solidFill>
                  <a:srgbClr val="003366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3200" b="1">
                <a:solidFill>
                  <a:srgbClr val="003366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3200" b="1">
                <a:solidFill>
                  <a:srgbClr val="003366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200" b="1">
                <a:solidFill>
                  <a:srgbClr val="003366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200" b="1">
                <a:solidFill>
                  <a:srgbClr val="003366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200" b="1">
                <a:solidFill>
                  <a:srgbClr val="003366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200" b="1">
                <a:solidFill>
                  <a:srgbClr val="003366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理想气体</a:t>
            </a:r>
            <a:endParaRPr kumimoji="1" lang="zh-CN" altLang="en-US" sz="2800" b="0">
              <a:solidFill>
                <a:srgbClr val="FF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aphicFrame>
        <p:nvGraphicFramePr>
          <p:cNvPr id="8200" name="Object 1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01845642"/>
              </p:ext>
            </p:extLst>
          </p:nvPr>
        </p:nvGraphicFramePr>
        <p:xfrm>
          <a:off x="3450922" y="3805091"/>
          <a:ext cx="3455988" cy="866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1032" name="公式" r:id="rId7" imgW="1197555" imgH="293914" progId="Equation.3">
                  <p:embed/>
                </p:oleObj>
              </mc:Choice>
              <mc:Fallback>
                <p:oleObj name="公式" r:id="rId7" imgW="1197555" imgH="293914" progId="Equation.3">
                  <p:embed/>
                  <p:pic>
                    <p:nvPicPr>
                      <p:cNvPr id="8200" name="Object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50922" y="3805091"/>
                        <a:ext cx="3455988" cy="8667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201" name="Object 20"/>
          <p:cNvGraphicFramePr>
            <a:graphicFrameLocks noChangeAspect="1"/>
          </p:cNvGraphicFramePr>
          <p:nvPr/>
        </p:nvGraphicFramePr>
        <p:xfrm>
          <a:off x="1438275" y="1125538"/>
          <a:ext cx="7381875" cy="536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1033" name="公式" r:id="rId9" imgW="2730500" imgH="203200" progId="Equation.3">
                  <p:embed/>
                </p:oleObj>
              </mc:Choice>
              <mc:Fallback>
                <p:oleObj name="公式" r:id="rId9" imgW="2730500" imgH="203200" progId="Equation.3">
                  <p:embed/>
                  <p:pic>
                    <p:nvPicPr>
                      <p:cNvPr id="8201" name="Object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38275" y="1125538"/>
                        <a:ext cx="7381875" cy="5365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202" name="Rectangle 21"/>
          <p:cNvSpPr>
            <a:spLocks noChangeArrowheads="1"/>
          </p:cNvSpPr>
          <p:nvPr/>
        </p:nvSpPr>
        <p:spPr bwMode="auto">
          <a:xfrm>
            <a:off x="1403350" y="333375"/>
            <a:ext cx="158432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Wingdings" panose="05000000000000000000" pitchFamily="2" charset="2"/>
              <a:buChar char="l"/>
              <a:defRPr sz="3200" b="1">
                <a:solidFill>
                  <a:srgbClr val="003366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3200" b="1">
                <a:solidFill>
                  <a:srgbClr val="003366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3200" b="1">
                <a:solidFill>
                  <a:srgbClr val="003366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3200" b="1">
                <a:solidFill>
                  <a:srgbClr val="003366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3200" b="1">
                <a:solidFill>
                  <a:srgbClr val="003366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200" b="1">
                <a:solidFill>
                  <a:srgbClr val="003366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200" b="1">
                <a:solidFill>
                  <a:srgbClr val="003366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200" b="1">
                <a:solidFill>
                  <a:srgbClr val="003366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200" b="1">
                <a:solidFill>
                  <a:srgbClr val="003366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en-US" altLang="zh-CN" sz="2800" b="0" smtClean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endParaRPr kumimoji="1" lang="en-US" altLang="zh-CN" sz="2800" b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aphicFrame>
        <p:nvGraphicFramePr>
          <p:cNvPr id="11" name="Object 29"/>
          <p:cNvGraphicFramePr>
            <a:graphicFrameLocks noChangeAspect="1"/>
          </p:cNvGraphicFramePr>
          <p:nvPr/>
        </p:nvGraphicFramePr>
        <p:xfrm>
          <a:off x="403225" y="4953000"/>
          <a:ext cx="8391525" cy="127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1034" name="公式" r:id="rId11" imgW="3352800" imgH="508000" progId="Equation.3">
                  <p:embed/>
                </p:oleObj>
              </mc:Choice>
              <mc:Fallback>
                <p:oleObj name="公式" r:id="rId11" imgW="3352800" imgH="508000" progId="Equation.3">
                  <p:embed/>
                  <p:pic>
                    <p:nvPicPr>
                      <p:cNvPr id="67592" name="Object 2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3225" y="4953000"/>
                        <a:ext cx="8391525" cy="12715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2051201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8610" name="Object 5"/>
          <p:cNvGraphicFramePr>
            <a:graphicFrameLocks noChangeAspect="1"/>
          </p:cNvGraphicFramePr>
          <p:nvPr/>
        </p:nvGraphicFramePr>
        <p:xfrm>
          <a:off x="611188" y="1830388"/>
          <a:ext cx="5616575" cy="13223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8653" name="公式" r:id="rId3" imgW="2209800" imgH="520700" progId="Equation.3">
                  <p:embed/>
                </p:oleObj>
              </mc:Choice>
              <mc:Fallback>
                <p:oleObj name="公式" r:id="rId3" imgW="2209800" imgH="52070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1188" y="1830388"/>
                        <a:ext cx="5616575" cy="13223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8611" name="Object 6"/>
          <p:cNvGraphicFramePr>
            <a:graphicFrameLocks noChangeAspect="1"/>
          </p:cNvGraphicFramePr>
          <p:nvPr/>
        </p:nvGraphicFramePr>
        <p:xfrm>
          <a:off x="898525" y="3117850"/>
          <a:ext cx="3709988" cy="1031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8654" name="公式" r:id="rId5" imgW="1358310" imgH="380835" progId="Equation.3">
                  <p:embed/>
                </p:oleObj>
              </mc:Choice>
              <mc:Fallback>
                <p:oleObj name="公式" r:id="rId5" imgW="1358310" imgH="380835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98525" y="3117850"/>
                        <a:ext cx="3709988" cy="10318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8612" name="Rectangle 7"/>
          <p:cNvSpPr>
            <a:spLocks noChangeArrowheads="1"/>
          </p:cNvSpPr>
          <p:nvPr/>
        </p:nvSpPr>
        <p:spPr bwMode="auto">
          <a:xfrm>
            <a:off x="4714875" y="3633788"/>
            <a:ext cx="2862263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 b="1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系统压力不太高  </a:t>
            </a:r>
            <a:endParaRPr lang="zh-CN" altLang="en-US" sz="2800"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68613" name="Rectangle 9"/>
          <p:cNvSpPr>
            <a:spLocks noChangeArrowheads="1"/>
          </p:cNvSpPr>
          <p:nvPr/>
        </p:nvSpPr>
        <p:spPr bwMode="auto">
          <a:xfrm>
            <a:off x="930275" y="261938"/>
            <a:ext cx="6467475" cy="584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zh-CN" altLang="en-US" sz="3200" b="1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有纯液体或纯固体参加的多相反应</a:t>
            </a:r>
            <a:r>
              <a:rPr kumimoji="1" lang="zh-CN" altLang="en-US" sz="3200" b="1">
                <a:solidFill>
                  <a:srgbClr val="FF0000"/>
                </a:solidFill>
                <a:latin typeface="Times New Roman" panose="02020603050405020304" pitchFamily="18" charset="0"/>
              </a:rPr>
              <a:t> </a:t>
            </a:r>
          </a:p>
        </p:txBody>
      </p:sp>
      <p:graphicFrame>
        <p:nvGraphicFramePr>
          <p:cNvPr id="68614" name="Object 10"/>
          <p:cNvGraphicFramePr>
            <a:graphicFrameLocks noChangeAspect="1"/>
          </p:cNvGraphicFramePr>
          <p:nvPr/>
        </p:nvGraphicFramePr>
        <p:xfrm>
          <a:off x="1403350" y="1092200"/>
          <a:ext cx="6961188" cy="492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8655" name="公式" r:id="rId7" imgW="2806700" imgH="203200" progId="Equation.3">
                  <p:embed/>
                </p:oleObj>
              </mc:Choice>
              <mc:Fallback>
                <p:oleObj name="公式" r:id="rId7" imgW="2806700" imgH="203200" progId="Equation.3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03350" y="1092200"/>
                        <a:ext cx="6961188" cy="4921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8615" name="Text Box 12"/>
          <p:cNvSpPr txBox="1">
            <a:spLocks noChangeArrowheads="1"/>
          </p:cNvSpPr>
          <p:nvPr/>
        </p:nvSpPr>
        <p:spPr bwMode="auto">
          <a:xfrm>
            <a:off x="538163" y="4500563"/>
            <a:ext cx="381635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气相为理想气体 </a:t>
            </a:r>
          </a:p>
        </p:txBody>
      </p:sp>
      <p:graphicFrame>
        <p:nvGraphicFramePr>
          <p:cNvPr id="68616" name="Object 13"/>
          <p:cNvGraphicFramePr>
            <a:graphicFrameLocks noChangeAspect="1"/>
          </p:cNvGraphicFramePr>
          <p:nvPr/>
        </p:nvGraphicFramePr>
        <p:xfrm>
          <a:off x="631825" y="5173663"/>
          <a:ext cx="6980238" cy="1193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8656" name="公式" r:id="rId9" imgW="2692400" imgH="457200" progId="Equation.3">
                  <p:embed/>
                </p:oleObj>
              </mc:Choice>
              <mc:Fallback>
                <p:oleObj name="公式" r:id="rId9" imgW="2692400" imgH="457200" progId="Equation.3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1825" y="5173663"/>
                        <a:ext cx="6980238" cy="1193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Rectangle 9"/>
          <p:cNvSpPr>
            <a:spLocks noChangeArrowheads="1"/>
          </p:cNvSpPr>
          <p:nvPr/>
        </p:nvSpPr>
        <p:spPr bwMode="auto">
          <a:xfrm>
            <a:off x="539750" y="1628775"/>
            <a:ext cx="7848600" cy="28940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lnSpc>
                <a:spcPct val="130000"/>
              </a:lnSpc>
            </a:pPr>
            <a:r>
              <a:rPr lang="zh-CN" altLang="en-US" sz="2800" b="1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分解压力</a:t>
            </a:r>
            <a:r>
              <a:rPr lang="zh-CN" altLang="en-US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：恒温下达分解</a:t>
            </a:r>
            <a:r>
              <a:rPr lang="zh-CN" altLang="en-US" sz="2800" b="1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平衡</a:t>
            </a:r>
            <a:r>
              <a:rPr lang="zh-CN" altLang="en-US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时气相压力</a:t>
            </a:r>
            <a:r>
              <a:rPr lang="en-US" altLang="zh-CN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, </a:t>
            </a:r>
            <a:r>
              <a:rPr lang="zh-CN" altLang="en-US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当多相反应的气体产物不止一种时，则产物的平衡</a:t>
            </a:r>
            <a:r>
              <a:rPr lang="zh-CN" altLang="en-US" sz="2800" b="1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总压力</a:t>
            </a:r>
            <a:r>
              <a:rPr lang="zh-CN" altLang="en-US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称为分解压力。</a:t>
            </a:r>
            <a:endParaRPr lang="zh-CN" altLang="en-US" sz="280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algn="just">
              <a:lnSpc>
                <a:spcPct val="130000"/>
              </a:lnSpc>
            </a:pPr>
            <a:r>
              <a:rPr lang="zh-CN" altLang="en-US" sz="2800" b="1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分解温度</a:t>
            </a:r>
            <a:r>
              <a:rPr lang="zh-CN" altLang="en-US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：纯固体物质分解时，分解压力为</a:t>
            </a:r>
            <a:r>
              <a:rPr lang="en-US" altLang="zh-CN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101.325kPa</a:t>
            </a:r>
            <a:r>
              <a:rPr lang="zh-CN" altLang="en-US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时的温度。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0658" name="Object 5"/>
          <p:cNvGraphicFramePr>
            <a:graphicFrameLocks noChangeAspect="1"/>
          </p:cNvGraphicFramePr>
          <p:nvPr/>
        </p:nvGraphicFramePr>
        <p:xfrm>
          <a:off x="1227138" y="4259263"/>
          <a:ext cx="7556500" cy="1016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0711" name="文档" r:id="rId3" imgW="4530372" imgH="608782" progId="Word.Document.8">
                  <p:embed/>
                </p:oleObj>
              </mc:Choice>
              <mc:Fallback>
                <p:oleObj name="文档" r:id="rId3" imgW="4530372" imgH="608782" progId="Word.Document.8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27138" y="4259263"/>
                        <a:ext cx="7556500" cy="1016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0659" name="Object 6"/>
          <p:cNvGraphicFramePr>
            <a:graphicFrameLocks noChangeAspect="1"/>
          </p:cNvGraphicFramePr>
          <p:nvPr/>
        </p:nvGraphicFramePr>
        <p:xfrm>
          <a:off x="1789113" y="1096963"/>
          <a:ext cx="5273675" cy="13414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0712" name="公式" r:id="rId5" imgW="2057400" imgH="520700" progId="Equation.3">
                  <p:embed/>
                </p:oleObj>
              </mc:Choice>
              <mc:Fallback>
                <p:oleObj name="公式" r:id="rId5" imgW="2057400" imgH="52070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89113" y="1096963"/>
                        <a:ext cx="5273675" cy="13414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0660" name="Object 7"/>
          <p:cNvGraphicFramePr>
            <a:graphicFrameLocks noChangeAspect="1"/>
          </p:cNvGraphicFramePr>
          <p:nvPr/>
        </p:nvGraphicFramePr>
        <p:xfrm>
          <a:off x="4318000" y="2530475"/>
          <a:ext cx="1589088" cy="658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0713" name="公式" r:id="rId7" imgW="571252" imgH="241195" progId="Equation.3">
                  <p:embed/>
                </p:oleObj>
              </mc:Choice>
              <mc:Fallback>
                <p:oleObj name="公式" r:id="rId7" imgW="571252" imgH="241195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18000" y="2530475"/>
                        <a:ext cx="1589088" cy="6588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0661" name="Object 8"/>
          <p:cNvGraphicFramePr>
            <a:graphicFrameLocks noChangeAspect="1"/>
          </p:cNvGraphicFramePr>
          <p:nvPr/>
        </p:nvGraphicFramePr>
        <p:xfrm>
          <a:off x="3314700" y="3394075"/>
          <a:ext cx="2325688" cy="6778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0714" name="公式" r:id="rId9" imgW="838200" imgH="241300" progId="Equation.3">
                  <p:embed/>
                </p:oleObj>
              </mc:Choice>
              <mc:Fallback>
                <p:oleObj name="公式" r:id="rId9" imgW="838200" imgH="241300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14700" y="3394075"/>
                        <a:ext cx="2325688" cy="6778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0662" name="Rectangle 11"/>
          <p:cNvSpPr>
            <a:spLocks noChangeArrowheads="1"/>
          </p:cNvSpPr>
          <p:nvPr/>
        </p:nvSpPr>
        <p:spPr bwMode="auto">
          <a:xfrm>
            <a:off x="723900" y="2530475"/>
            <a:ext cx="3957638" cy="7937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1600" b="1"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zh-CN" altLang="en-US" sz="2800" b="1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如果系统压力不太高</a:t>
            </a:r>
            <a:r>
              <a:rPr lang="zh-CN" altLang="en-US" sz="1600" b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CN" altLang="en-US" sz="1600" b="1">
                <a:latin typeface="Times New Roman" panose="02020603050405020304" pitchFamily="18" charset="0"/>
                <a:cs typeface="Times New Roman" panose="02020603050405020304" pitchFamily="18" charset="0"/>
              </a:rPr>
              <a:t>       </a:t>
            </a:r>
            <a:endParaRPr lang="zh-CN" altLang="en-US" sz="900"/>
          </a:p>
          <a:p>
            <a:endParaRPr lang="en-US" altLang="zh-CN"/>
          </a:p>
        </p:txBody>
      </p:sp>
      <p:sp>
        <p:nvSpPr>
          <p:cNvPr id="70663" name="Rectangle 12"/>
          <p:cNvSpPr>
            <a:spLocks noChangeArrowheads="1"/>
          </p:cNvSpPr>
          <p:nvPr/>
        </p:nvSpPr>
        <p:spPr bwMode="auto">
          <a:xfrm>
            <a:off x="1042988" y="333375"/>
            <a:ext cx="5621337" cy="5857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zh-CN" altLang="en-US" sz="3200" b="1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液态或固态混合物中化学反应</a:t>
            </a:r>
            <a:r>
              <a:rPr kumimoji="1" lang="zh-CN" altLang="en-US" sz="3200" b="1">
                <a:solidFill>
                  <a:srgbClr val="FF0000"/>
                </a:solidFill>
                <a:latin typeface="Times New Roman" panose="02020603050405020304" pitchFamily="18" charset="0"/>
              </a:rPr>
              <a:t> </a:t>
            </a:r>
          </a:p>
        </p:txBody>
      </p:sp>
      <p:sp>
        <p:nvSpPr>
          <p:cNvPr id="70664" name="Rectangle 13"/>
          <p:cNvSpPr>
            <a:spLocks noChangeArrowheads="1"/>
          </p:cNvSpPr>
          <p:nvPr/>
        </p:nvSpPr>
        <p:spPr bwMode="auto">
          <a:xfrm>
            <a:off x="939800" y="5624513"/>
            <a:ext cx="3844925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zh-CN" altLang="en-US" sz="2800" b="1">
                <a:latin typeface="Times New Roman" panose="02020603050405020304" pitchFamily="18" charset="0"/>
                <a:ea typeface="黑体" panose="02010609060101010101" pitchFamily="49" charset="-122"/>
              </a:rPr>
              <a:t>理想混合物中化学反应</a:t>
            </a:r>
            <a:r>
              <a:rPr kumimoji="1" lang="zh-CN" altLang="en-US" sz="2800">
                <a:latin typeface="Times New Roman" panose="02020603050405020304" pitchFamily="18" charset="0"/>
              </a:rPr>
              <a:t> </a:t>
            </a:r>
          </a:p>
        </p:txBody>
      </p:sp>
      <p:graphicFrame>
        <p:nvGraphicFramePr>
          <p:cNvPr id="70665" name="Object 14"/>
          <p:cNvGraphicFramePr>
            <a:graphicFrameLocks noChangeAspect="1"/>
          </p:cNvGraphicFramePr>
          <p:nvPr/>
        </p:nvGraphicFramePr>
        <p:xfrm>
          <a:off x="4832350" y="5608638"/>
          <a:ext cx="2376488" cy="6080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0715" name="公式" r:id="rId11" imgW="927100" imgH="241300" progId="Equation.3">
                  <p:embed/>
                </p:oleObj>
              </mc:Choice>
              <mc:Fallback>
                <p:oleObj name="公式" r:id="rId11" imgW="927100" imgH="241300" progId="Equation.3">
                  <p:embed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32350" y="5608638"/>
                        <a:ext cx="2376488" cy="6080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15043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31468862"/>
              </p:ext>
            </p:extLst>
          </p:nvPr>
        </p:nvGraphicFramePr>
        <p:xfrm>
          <a:off x="1187624" y="332656"/>
          <a:ext cx="6299200" cy="411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7950" name="Document" r:id="rId3" imgW="3289214" imgH="2190488" progId="Word.Document.8">
                  <p:embed/>
                </p:oleObj>
              </mc:Choice>
              <mc:Fallback>
                <p:oleObj name="Document" r:id="rId3" imgW="3289214" imgH="2190488" progId="Word.Document.8">
                  <p:embed/>
                  <p:pic>
                    <p:nvPicPr>
                      <p:cNvPr id="215043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87624" y="332656"/>
                        <a:ext cx="6299200" cy="4114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5044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80806716"/>
              </p:ext>
            </p:extLst>
          </p:nvPr>
        </p:nvGraphicFramePr>
        <p:xfrm>
          <a:off x="1820242" y="5085184"/>
          <a:ext cx="5033963" cy="5730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7951" name="公式" r:id="rId5" imgW="1981517" imgH="228917" progId="Equation.3">
                  <p:embed/>
                </p:oleObj>
              </mc:Choice>
              <mc:Fallback>
                <p:oleObj name="公式" r:id="rId5" imgW="1981517" imgH="228917" progId="Equation.3">
                  <p:embed/>
                  <p:pic>
                    <p:nvPicPr>
                      <p:cNvPr id="215044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20242" y="5085184"/>
                        <a:ext cx="5033963" cy="5730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4182269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2706" name="Object 2"/>
          <p:cNvGraphicFramePr>
            <a:graphicFrameLocks noChangeAspect="1"/>
          </p:cNvGraphicFramePr>
          <p:nvPr/>
        </p:nvGraphicFramePr>
        <p:xfrm>
          <a:off x="2098675" y="4497388"/>
          <a:ext cx="1871663" cy="6778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770" name="公式" r:id="rId3" imgW="698197" imgH="253890" progId="Equation.3">
                  <p:embed/>
                </p:oleObj>
              </mc:Choice>
              <mc:Fallback>
                <p:oleObj name="公式" r:id="rId3" imgW="698197" imgH="253890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98675" y="4497388"/>
                        <a:ext cx="1871663" cy="6778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2707" name="Object 3"/>
          <p:cNvGraphicFramePr>
            <a:graphicFrameLocks noChangeAspect="1"/>
          </p:cNvGraphicFramePr>
          <p:nvPr/>
        </p:nvGraphicFramePr>
        <p:xfrm>
          <a:off x="4043363" y="4548188"/>
          <a:ext cx="2187575" cy="5381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771" name="公式" r:id="rId5" imgW="952087" imgH="228501" progId="Equation.3">
                  <p:embed/>
                </p:oleObj>
              </mc:Choice>
              <mc:Fallback>
                <p:oleObj name="公式" r:id="rId5" imgW="952087" imgH="228501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43363" y="4548188"/>
                        <a:ext cx="2187575" cy="5381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2708" name="Object 4"/>
          <p:cNvGraphicFramePr>
            <a:graphicFrameLocks noChangeAspect="1"/>
          </p:cNvGraphicFramePr>
          <p:nvPr/>
        </p:nvGraphicFramePr>
        <p:xfrm>
          <a:off x="1974850" y="3040063"/>
          <a:ext cx="4927600" cy="1206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772" name="公式" r:id="rId7" imgW="1968500" imgH="482600" progId="Equation.3">
                  <p:embed/>
                </p:oleObj>
              </mc:Choice>
              <mc:Fallback>
                <p:oleObj name="公式" r:id="rId7" imgW="1968500" imgH="4826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74850" y="3040063"/>
                        <a:ext cx="4927600" cy="1206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2709" name="Rectangle 5"/>
          <p:cNvSpPr>
            <a:spLocks noChangeArrowheads="1"/>
          </p:cNvSpPr>
          <p:nvPr/>
        </p:nvSpPr>
        <p:spPr bwMode="auto">
          <a:xfrm>
            <a:off x="1090613" y="300038"/>
            <a:ext cx="6911975" cy="5222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 b="1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范托夫方程</a:t>
            </a:r>
            <a:r>
              <a:rPr lang="en-US" altLang="zh-CN" sz="2800" b="1">
                <a:ea typeface="黑体" panose="02010609060101010101" pitchFamily="49" charset="-122"/>
                <a:cs typeface="Times New Roman" panose="02020603050405020304" pitchFamily="18" charset="0"/>
              </a:rPr>
              <a:t>—</a:t>
            </a:r>
            <a:r>
              <a:rPr lang="zh-CN" altLang="en-US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温度对标准平衡常数的影响</a:t>
            </a:r>
            <a:endParaRPr lang="zh-CN" altLang="en-US" sz="2800"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72710" name="Rectangle 6"/>
          <p:cNvSpPr>
            <a:spLocks noChangeArrowheads="1"/>
          </p:cNvSpPr>
          <p:nvPr/>
        </p:nvSpPr>
        <p:spPr bwMode="auto">
          <a:xfrm>
            <a:off x="179388" y="1844675"/>
            <a:ext cx="5256212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 b="1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微分形式</a:t>
            </a:r>
          </a:p>
        </p:txBody>
      </p:sp>
      <p:sp>
        <p:nvSpPr>
          <p:cNvPr id="72711" name="Rectangle 7"/>
          <p:cNvSpPr>
            <a:spLocks noChangeArrowheads="1"/>
          </p:cNvSpPr>
          <p:nvPr/>
        </p:nvSpPr>
        <p:spPr bwMode="auto">
          <a:xfrm>
            <a:off x="157163" y="3306763"/>
            <a:ext cx="2327275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 b="1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积分形式</a:t>
            </a:r>
          </a:p>
        </p:txBody>
      </p:sp>
      <p:sp>
        <p:nvSpPr>
          <p:cNvPr id="72712" name="Rectangle 8"/>
          <p:cNvSpPr>
            <a:spLocks noChangeArrowheads="1"/>
          </p:cNvSpPr>
          <p:nvPr/>
        </p:nvSpPr>
        <p:spPr bwMode="auto">
          <a:xfrm>
            <a:off x="179388" y="4535488"/>
            <a:ext cx="2327275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适用条件：</a:t>
            </a:r>
            <a:endParaRPr lang="zh-CN" altLang="en-US" sz="2800"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72713" name="Object 9"/>
          <p:cNvGraphicFramePr>
            <a:graphicFrameLocks noChangeAspect="1"/>
          </p:cNvGraphicFramePr>
          <p:nvPr/>
        </p:nvGraphicFramePr>
        <p:xfrm>
          <a:off x="2195513" y="1557338"/>
          <a:ext cx="2659062" cy="1089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773" name="公式" r:id="rId9" imgW="952087" imgH="393529" progId="Equation.3">
                  <p:embed/>
                </p:oleObj>
              </mc:Choice>
              <mc:Fallback>
                <p:oleObj name="公式" r:id="rId9" imgW="952087" imgH="393529" progId="Equation.3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95513" y="1557338"/>
                        <a:ext cx="2659062" cy="10890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2714" name="Object 17"/>
          <p:cNvGraphicFramePr>
            <a:graphicFrameLocks noChangeAspect="1"/>
          </p:cNvGraphicFramePr>
          <p:nvPr/>
        </p:nvGraphicFramePr>
        <p:xfrm>
          <a:off x="6562725" y="4548188"/>
          <a:ext cx="1954213" cy="5381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774" name="公式" r:id="rId11" imgW="850900" imgH="228600" progId="Equation.3">
                  <p:embed/>
                </p:oleObj>
              </mc:Choice>
              <mc:Fallback>
                <p:oleObj name="公式" r:id="rId11" imgW="850900" imgH="228600" progId="Equation.3">
                  <p:embed/>
                  <p:pic>
                    <p:nvPicPr>
                      <p:cNvPr id="0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62725" y="4548188"/>
                        <a:ext cx="1954213" cy="5381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2715" name="Object 18"/>
          <p:cNvGraphicFramePr>
            <a:graphicFrameLocks noChangeAspect="1"/>
          </p:cNvGraphicFramePr>
          <p:nvPr/>
        </p:nvGraphicFramePr>
        <p:xfrm>
          <a:off x="2127250" y="5195888"/>
          <a:ext cx="4840288" cy="5381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775" name="公式" r:id="rId13" imgW="2108200" imgH="228600" progId="Equation.3">
                  <p:embed/>
                </p:oleObj>
              </mc:Choice>
              <mc:Fallback>
                <p:oleObj name="公式" r:id="rId13" imgW="2108200" imgH="228600" progId="Equation.3">
                  <p:embed/>
                  <p:pic>
                    <p:nvPicPr>
                      <p:cNvPr id="0" name="Object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27250" y="5195888"/>
                        <a:ext cx="4840288" cy="5381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3730" name="Object 4"/>
          <p:cNvGraphicFramePr>
            <a:graphicFrameLocks noChangeAspect="1"/>
          </p:cNvGraphicFramePr>
          <p:nvPr/>
        </p:nvGraphicFramePr>
        <p:xfrm>
          <a:off x="2268538" y="1412875"/>
          <a:ext cx="3024187" cy="641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3771" name="公式" r:id="rId3" imgW="1091726" imgH="228501" progId="Equation.3">
                  <p:embed/>
                </p:oleObj>
              </mc:Choice>
              <mc:Fallback>
                <p:oleObj name="公式" r:id="rId3" imgW="1091726" imgH="228501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68538" y="1412875"/>
                        <a:ext cx="3024187" cy="6413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3731" name="Object 5"/>
          <p:cNvGraphicFramePr>
            <a:graphicFrameLocks noChangeAspect="1"/>
          </p:cNvGraphicFramePr>
          <p:nvPr/>
        </p:nvGraphicFramePr>
        <p:xfrm>
          <a:off x="684213" y="2347913"/>
          <a:ext cx="2808287" cy="1047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3772" name="公式" r:id="rId5" imgW="1040948" imgH="393529" progId="Equation.3">
                  <p:embed/>
                </p:oleObj>
              </mc:Choice>
              <mc:Fallback>
                <p:oleObj name="公式" r:id="rId5" imgW="1040948" imgH="393529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4213" y="2347913"/>
                        <a:ext cx="2808287" cy="1047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3732" name="Object 6"/>
          <p:cNvGraphicFramePr>
            <a:graphicFrameLocks noChangeAspect="1"/>
          </p:cNvGraphicFramePr>
          <p:nvPr/>
        </p:nvGraphicFramePr>
        <p:xfrm>
          <a:off x="4284663" y="2276475"/>
          <a:ext cx="2808287" cy="1090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3773" name="公式" r:id="rId7" imgW="1053643" imgH="406224" progId="Equation.3">
                  <p:embed/>
                </p:oleObj>
              </mc:Choice>
              <mc:Fallback>
                <p:oleObj name="公式" r:id="rId7" imgW="1053643" imgH="406224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84663" y="2276475"/>
                        <a:ext cx="2808287" cy="10906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3733" name="Object 7"/>
          <p:cNvGraphicFramePr>
            <a:graphicFrameLocks noChangeAspect="1"/>
          </p:cNvGraphicFramePr>
          <p:nvPr/>
        </p:nvGraphicFramePr>
        <p:xfrm>
          <a:off x="1044575" y="3860800"/>
          <a:ext cx="5473700" cy="6429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3774" name="公式" r:id="rId9" imgW="1943100" imgH="228600" progId="Equation.3">
                  <p:embed/>
                </p:oleObj>
              </mc:Choice>
              <mc:Fallback>
                <p:oleObj name="公式" r:id="rId9" imgW="1943100" imgH="228600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44575" y="3860800"/>
                        <a:ext cx="5473700" cy="6429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3734" name="Rectangle 9"/>
          <p:cNvSpPr>
            <a:spLocks noChangeArrowheads="1"/>
          </p:cNvSpPr>
          <p:nvPr/>
        </p:nvSpPr>
        <p:spPr bwMode="auto">
          <a:xfrm>
            <a:off x="1116013" y="187325"/>
            <a:ext cx="8316912" cy="646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tabLst>
                <a:tab pos="266700" algn="r"/>
                <a:tab pos="2057400" algn="ctr"/>
                <a:tab pos="40386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tabLst>
                <a:tab pos="266700" algn="r"/>
                <a:tab pos="2057400" algn="ctr"/>
                <a:tab pos="40386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tabLst>
                <a:tab pos="266700" algn="r"/>
                <a:tab pos="2057400" algn="ctr"/>
                <a:tab pos="40386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tabLst>
                <a:tab pos="266700" algn="r"/>
                <a:tab pos="2057400" algn="ctr"/>
                <a:tab pos="40386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tabLst>
                <a:tab pos="266700" algn="r"/>
                <a:tab pos="2057400" algn="ctr"/>
                <a:tab pos="40386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66700" algn="r"/>
                <a:tab pos="2057400" algn="ctr"/>
                <a:tab pos="40386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66700" algn="r"/>
                <a:tab pos="2057400" algn="ctr"/>
                <a:tab pos="40386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66700" algn="r"/>
                <a:tab pos="2057400" algn="ctr"/>
                <a:tab pos="40386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66700" algn="r"/>
                <a:tab pos="2057400" algn="ctr"/>
                <a:tab pos="40386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3600" b="1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用热性质数据理论计算标准平衡常数</a:t>
            </a:r>
            <a:endParaRPr lang="zh-CN" altLang="en-US" sz="3600"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4754" name="Group 2"/>
          <p:cNvGrpSpPr>
            <a:grpSpLocks/>
          </p:cNvGrpSpPr>
          <p:nvPr/>
        </p:nvGrpSpPr>
        <p:grpSpPr bwMode="auto">
          <a:xfrm>
            <a:off x="4554538" y="3057525"/>
            <a:ext cx="3617912" cy="1828800"/>
            <a:chOff x="2856" y="2244"/>
            <a:chExt cx="2184" cy="1152"/>
          </a:xfrm>
        </p:grpSpPr>
        <p:sp>
          <p:nvSpPr>
            <p:cNvPr id="210947" name="Line 3">
              <a:extLst>
                <a:ext uri="{FF2B5EF4-FFF2-40B4-BE49-F238E27FC236}">
                  <a16:creationId xmlns:a16="http://schemas.microsoft.com/office/drawing/2014/main" id="{4324FFD5-9CE2-42CA-9066-2C22D198290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56" y="2784"/>
              <a:ext cx="408" cy="0"/>
            </a:xfrm>
            <a:prstGeom prst="line">
              <a:avLst/>
            </a:prstGeom>
            <a:noFill/>
            <a:ln w="28575">
              <a:solidFill>
                <a:schemeClr val="bg2"/>
              </a:solidFill>
              <a:round/>
              <a:headEnd/>
              <a:tailEnd type="triangle" w="med" len="med"/>
            </a:ln>
            <a:effectLst>
              <a:prstShdw prst="shdw17" dist="17961" dir="2700000">
                <a:schemeClr val="bg2">
                  <a:gamma/>
                  <a:shade val="60000"/>
                  <a:invGamma/>
                </a:schemeClr>
              </a:prstShdw>
            </a:effectLst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eaLnBrk="1" hangingPunct="1">
                <a:defRPr/>
              </a:pPr>
              <a:endParaRPr lang="zh-CN" altLang="en-US"/>
            </a:p>
          </p:txBody>
        </p:sp>
        <p:sp>
          <p:nvSpPr>
            <p:cNvPr id="74769" name="AutoShape 4"/>
            <p:cNvSpPr>
              <a:spLocks noChangeArrowheads="1"/>
            </p:cNvSpPr>
            <p:nvPr/>
          </p:nvSpPr>
          <p:spPr bwMode="auto">
            <a:xfrm>
              <a:off x="3492" y="2952"/>
              <a:ext cx="1548" cy="444"/>
            </a:xfrm>
            <a:prstGeom prst="roundRect">
              <a:avLst>
                <a:gd name="adj" fmla="val 16667"/>
              </a:avLst>
            </a:prstGeom>
            <a:solidFill>
              <a:srgbClr val="CCFFFF"/>
            </a:solidFill>
            <a:ln>
              <a:noFill/>
            </a:ln>
            <a:effectLst>
              <a:prstShdw prst="shdw17" dist="17961" dir="2700000">
                <a:srgbClr val="7A9999"/>
              </a:prstShdw>
            </a:effectLst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210949" name="Line 5">
              <a:extLst>
                <a:ext uri="{FF2B5EF4-FFF2-40B4-BE49-F238E27FC236}">
                  <a16:creationId xmlns:a16="http://schemas.microsoft.com/office/drawing/2014/main" id="{675E5949-6E67-49E2-A1E2-703E05A8582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52" y="2448"/>
              <a:ext cx="0" cy="732"/>
            </a:xfrm>
            <a:prstGeom prst="line">
              <a:avLst/>
            </a:prstGeom>
            <a:noFill/>
            <a:ln w="28575">
              <a:solidFill>
                <a:schemeClr val="bg2"/>
              </a:solidFill>
              <a:round/>
              <a:headEnd/>
              <a:tailEnd/>
            </a:ln>
            <a:effectLst>
              <a:prstShdw prst="shdw17" dist="17961" dir="2700000">
                <a:schemeClr val="bg2">
                  <a:gamma/>
                  <a:shade val="60000"/>
                  <a:invGamma/>
                </a:schemeClr>
              </a:prstShdw>
            </a:effectLst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eaLnBrk="1" hangingPunct="1">
                <a:defRPr/>
              </a:pPr>
              <a:endParaRPr lang="zh-CN" altLang="en-US"/>
            </a:p>
          </p:txBody>
        </p:sp>
        <p:grpSp>
          <p:nvGrpSpPr>
            <p:cNvPr id="74771" name="Group 6"/>
            <p:cNvGrpSpPr>
              <a:grpSpLocks/>
            </p:cNvGrpSpPr>
            <p:nvPr/>
          </p:nvGrpSpPr>
          <p:grpSpPr bwMode="auto">
            <a:xfrm>
              <a:off x="3492" y="2244"/>
              <a:ext cx="1548" cy="444"/>
              <a:chOff x="3492" y="1992"/>
              <a:chExt cx="1548" cy="444"/>
            </a:xfrm>
          </p:grpSpPr>
          <p:sp>
            <p:nvSpPr>
              <p:cNvPr id="74775" name="AutoShape 7"/>
              <p:cNvSpPr>
                <a:spLocks noChangeArrowheads="1"/>
              </p:cNvSpPr>
              <p:nvPr/>
            </p:nvSpPr>
            <p:spPr bwMode="auto">
              <a:xfrm>
                <a:off x="3492" y="1992"/>
                <a:ext cx="1548" cy="444"/>
              </a:xfrm>
              <a:prstGeom prst="roundRect">
                <a:avLst>
                  <a:gd name="adj" fmla="val 16667"/>
                </a:avLst>
              </a:prstGeom>
              <a:solidFill>
                <a:srgbClr val="CCFFFF"/>
              </a:solidFill>
              <a:ln>
                <a:noFill/>
              </a:ln>
              <a:effectLst>
                <a:prstShdw prst="shdw17" dist="17961" dir="2700000">
                  <a:srgbClr val="7A9999"/>
                </a:prstShdw>
              </a:effectLst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74776" name="Text Box 8"/>
              <p:cNvSpPr txBox="1">
                <a:spLocks noChangeArrowheads="1"/>
              </p:cNvSpPr>
              <p:nvPr/>
            </p:nvSpPr>
            <p:spPr bwMode="auto">
              <a:xfrm>
                <a:off x="3590" y="2033"/>
                <a:ext cx="1236" cy="327"/>
              </a:xfrm>
              <a:prstGeom prst="rect">
                <a:avLst/>
              </a:prstGeom>
              <a:solidFill>
                <a:srgbClr val="CCFFFF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anchor="ctr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just"/>
                <a:r>
                  <a:rPr kumimoji="1" lang="zh-CN" altLang="en-US" sz="2800" b="1">
                    <a:solidFill>
                      <a:srgbClr val="FF0000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rPr>
                  <a:t>由实验数据</a:t>
                </a:r>
                <a:endParaRPr kumimoji="1" lang="zh-CN" altLang="en-US" sz="2800">
                  <a:latin typeface="Times New Roman" panose="02020603050405020304" pitchFamily="18" charset="0"/>
                  <a:ea typeface="黑体" panose="02010609060101010101" pitchFamily="49" charset="-122"/>
                </a:endParaRPr>
              </a:p>
            </p:txBody>
          </p:sp>
        </p:grpSp>
        <p:sp>
          <p:nvSpPr>
            <p:cNvPr id="74772" name="Text Box 9"/>
            <p:cNvSpPr txBox="1">
              <a:spLocks noChangeArrowheads="1"/>
            </p:cNvSpPr>
            <p:nvPr/>
          </p:nvSpPr>
          <p:spPr bwMode="auto">
            <a:xfrm>
              <a:off x="3518" y="2993"/>
              <a:ext cx="1502" cy="327"/>
            </a:xfrm>
            <a:prstGeom prst="rect">
              <a:avLst/>
            </a:prstGeom>
            <a:solidFill>
              <a:srgbClr val="CCFF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/>
              <a:r>
                <a:rPr kumimoji="1" lang="zh-CN" altLang="en-US" sz="2800" b="1">
                  <a:solidFill>
                    <a:srgbClr val="FF00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rPr>
                <a:t>由反应机理</a:t>
              </a:r>
              <a:endParaRPr kumimoji="1" lang="zh-CN" altLang="en-US" sz="2800">
                <a:latin typeface="Times New Roman" panose="02020603050405020304" pitchFamily="18" charset="0"/>
                <a:ea typeface="黑体" panose="02010609060101010101" pitchFamily="49" charset="-122"/>
              </a:endParaRPr>
            </a:p>
          </p:txBody>
        </p:sp>
        <p:sp>
          <p:nvSpPr>
            <p:cNvPr id="210954" name="Line 10">
              <a:extLst>
                <a:ext uri="{FF2B5EF4-FFF2-40B4-BE49-F238E27FC236}">
                  <a16:creationId xmlns:a16="http://schemas.microsoft.com/office/drawing/2014/main" id="{F86B9189-DCE6-4585-80B0-F71B8EE9B1C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52" y="2448"/>
              <a:ext cx="241" cy="0"/>
            </a:xfrm>
            <a:prstGeom prst="line">
              <a:avLst/>
            </a:prstGeom>
            <a:noFill/>
            <a:ln w="28575">
              <a:solidFill>
                <a:schemeClr val="bg2"/>
              </a:solidFill>
              <a:round/>
              <a:headEnd/>
              <a:tailEnd type="triangle" w="med" len="med"/>
            </a:ln>
            <a:effectLst>
              <a:prstShdw prst="shdw17" dist="17961" dir="2700000">
                <a:schemeClr val="bg2">
                  <a:gamma/>
                  <a:shade val="60000"/>
                  <a:invGamma/>
                </a:schemeClr>
              </a:prstShdw>
            </a:effectLst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eaLnBrk="1" hangingPunct="1">
                <a:defRPr/>
              </a:pPr>
              <a:endParaRPr lang="zh-CN" altLang="en-US"/>
            </a:p>
          </p:txBody>
        </p:sp>
        <p:sp>
          <p:nvSpPr>
            <p:cNvPr id="210955" name="Line 11">
              <a:extLst>
                <a:ext uri="{FF2B5EF4-FFF2-40B4-BE49-F238E27FC236}">
                  <a16:creationId xmlns:a16="http://schemas.microsoft.com/office/drawing/2014/main" id="{31A2B0D6-5AE2-4C6D-9C50-D0268F3FB16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252" y="3180"/>
              <a:ext cx="252" cy="0"/>
            </a:xfrm>
            <a:prstGeom prst="line">
              <a:avLst/>
            </a:prstGeom>
            <a:noFill/>
            <a:ln w="28575">
              <a:solidFill>
                <a:schemeClr val="bg2"/>
              </a:solidFill>
              <a:round/>
              <a:headEnd/>
              <a:tailEnd type="triangle" w="med" len="med"/>
            </a:ln>
            <a:effectLst>
              <a:prstShdw prst="shdw17" dist="17961" dir="2700000">
                <a:schemeClr val="bg2">
                  <a:gamma/>
                  <a:shade val="60000"/>
                  <a:invGamma/>
                </a:schemeClr>
              </a:prstShdw>
            </a:effectLst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eaLnBrk="1" hangingPunct="1">
                <a:defRPr/>
              </a:pPr>
              <a:endParaRPr lang="zh-CN" altLang="en-US"/>
            </a:p>
          </p:txBody>
        </p:sp>
      </p:grpSp>
      <p:sp>
        <p:nvSpPr>
          <p:cNvPr id="210956" name="Line 12">
            <a:extLst>
              <a:ext uri="{FF2B5EF4-FFF2-40B4-BE49-F238E27FC236}">
                <a16:creationId xmlns:a16="http://schemas.microsoft.com/office/drawing/2014/main" id="{F640716F-3B4B-43B7-97CD-8507657788EF}"/>
              </a:ext>
            </a:extLst>
          </p:cNvPr>
          <p:cNvSpPr>
            <a:spLocks noChangeShapeType="1"/>
          </p:cNvSpPr>
          <p:nvPr/>
        </p:nvSpPr>
        <p:spPr bwMode="auto">
          <a:xfrm>
            <a:off x="1258888" y="2913063"/>
            <a:ext cx="647700" cy="0"/>
          </a:xfrm>
          <a:prstGeom prst="line">
            <a:avLst/>
          </a:prstGeom>
          <a:noFill/>
          <a:ln w="28575">
            <a:solidFill>
              <a:schemeClr val="bg2"/>
            </a:solidFill>
            <a:round/>
            <a:headEnd/>
            <a:tailEnd type="triangle" w="med" len="med"/>
          </a:ln>
          <a:effectLst>
            <a:prstShdw prst="shdw17" dist="17961" dir="2700000">
              <a:schemeClr val="bg2">
                <a:gamma/>
                <a:shade val="60000"/>
                <a:invGamma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eaLnBrk="1" hangingPunct="1">
              <a:defRPr/>
            </a:pPr>
            <a:endParaRPr lang="zh-CN" altLang="en-US"/>
          </a:p>
        </p:txBody>
      </p:sp>
      <p:sp>
        <p:nvSpPr>
          <p:cNvPr id="74756" name="AutoShape 13"/>
          <p:cNvSpPr>
            <a:spLocks noChangeArrowheads="1"/>
          </p:cNvSpPr>
          <p:nvPr/>
        </p:nvSpPr>
        <p:spPr bwMode="auto">
          <a:xfrm>
            <a:off x="2268538" y="1484313"/>
            <a:ext cx="2457450" cy="1009650"/>
          </a:xfrm>
          <a:prstGeom prst="roundRect">
            <a:avLst>
              <a:gd name="adj" fmla="val 16667"/>
            </a:avLst>
          </a:prstGeom>
          <a:solidFill>
            <a:srgbClr val="CCFFFF"/>
          </a:solidFill>
          <a:ln>
            <a:noFill/>
          </a:ln>
          <a:effectLst>
            <a:prstShdw prst="shdw17" dist="17961" dir="2700000">
              <a:srgbClr val="7A9999"/>
            </a:prst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210958" name="Line 14">
            <a:extLst>
              <a:ext uri="{FF2B5EF4-FFF2-40B4-BE49-F238E27FC236}">
                <a16:creationId xmlns:a16="http://schemas.microsoft.com/office/drawing/2014/main" id="{1F340438-6F0C-422A-B570-8AA0DB890F8B}"/>
              </a:ext>
            </a:extLst>
          </p:cNvPr>
          <p:cNvSpPr>
            <a:spLocks noChangeShapeType="1"/>
          </p:cNvSpPr>
          <p:nvPr/>
        </p:nvSpPr>
        <p:spPr bwMode="auto">
          <a:xfrm>
            <a:off x="1887538" y="1998663"/>
            <a:ext cx="0" cy="1943100"/>
          </a:xfrm>
          <a:prstGeom prst="line">
            <a:avLst/>
          </a:prstGeom>
          <a:noFill/>
          <a:ln w="28575">
            <a:solidFill>
              <a:schemeClr val="bg2"/>
            </a:solidFill>
            <a:round/>
            <a:headEnd/>
            <a:tailEnd/>
          </a:ln>
          <a:effectLst>
            <a:prstShdw prst="shdw17" dist="17961" dir="2700000">
              <a:schemeClr val="bg2">
                <a:gamma/>
                <a:shade val="60000"/>
                <a:invGamma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eaLnBrk="1" hangingPunct="1">
              <a:defRPr/>
            </a:pPr>
            <a:endParaRPr lang="zh-CN" altLang="en-US"/>
          </a:p>
        </p:txBody>
      </p:sp>
      <p:sp>
        <p:nvSpPr>
          <p:cNvPr id="74758" name="AutoShape 15"/>
          <p:cNvSpPr>
            <a:spLocks noChangeArrowheads="1"/>
          </p:cNvSpPr>
          <p:nvPr/>
        </p:nvSpPr>
        <p:spPr bwMode="auto">
          <a:xfrm>
            <a:off x="2287588" y="3427413"/>
            <a:ext cx="2457450" cy="1009650"/>
          </a:xfrm>
          <a:prstGeom prst="roundRect">
            <a:avLst>
              <a:gd name="adj" fmla="val 16667"/>
            </a:avLst>
          </a:prstGeom>
          <a:solidFill>
            <a:srgbClr val="CCFFFF"/>
          </a:solidFill>
          <a:ln>
            <a:noFill/>
          </a:ln>
          <a:effectLst>
            <a:prstShdw prst="shdw17" dist="17961" dir="2700000">
              <a:srgbClr val="7A9999"/>
            </a:prst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74759" name="Text Box 16"/>
          <p:cNvSpPr txBox="1">
            <a:spLocks noChangeArrowheads="1"/>
          </p:cNvSpPr>
          <p:nvPr/>
        </p:nvSpPr>
        <p:spPr bwMode="auto">
          <a:xfrm>
            <a:off x="2424113" y="1720850"/>
            <a:ext cx="2274887" cy="519113"/>
          </a:xfrm>
          <a:prstGeom prst="rect">
            <a:avLst/>
          </a:prstGeom>
          <a:solidFill>
            <a:srgbClr val="CC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/>
            <a:r>
              <a:rPr kumimoji="1" lang="zh-CN" altLang="en-US" sz="2800" b="1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普遍规律</a:t>
            </a:r>
            <a:endParaRPr kumimoji="1" lang="zh-CN" altLang="en-US" sz="2800" b="1"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sp>
        <p:nvSpPr>
          <p:cNvPr id="74760" name="Text Box 17"/>
          <p:cNvSpPr txBox="1">
            <a:spLocks noChangeArrowheads="1"/>
          </p:cNvSpPr>
          <p:nvPr/>
        </p:nvSpPr>
        <p:spPr bwMode="auto">
          <a:xfrm>
            <a:off x="2386013" y="3470275"/>
            <a:ext cx="2308225" cy="946150"/>
          </a:xfrm>
          <a:prstGeom prst="rect">
            <a:avLst/>
          </a:prstGeom>
          <a:solidFill>
            <a:srgbClr val="CC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/>
            <a:r>
              <a:rPr kumimoji="1" lang="zh-CN" altLang="en-US" sz="2800" b="1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建立</a:t>
            </a:r>
          </a:p>
          <a:p>
            <a:pPr algn="ctr"/>
            <a:r>
              <a:rPr kumimoji="1" lang="zh-CN" altLang="en-US" sz="2800" b="1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动力学方程</a:t>
            </a:r>
            <a:endParaRPr kumimoji="1" lang="zh-CN" altLang="en-US" sz="2800"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sp>
        <p:nvSpPr>
          <p:cNvPr id="210962" name="Line 18">
            <a:extLst>
              <a:ext uri="{FF2B5EF4-FFF2-40B4-BE49-F238E27FC236}">
                <a16:creationId xmlns:a16="http://schemas.microsoft.com/office/drawing/2014/main" id="{29662259-AD37-4281-9F3C-927241E5A21D}"/>
              </a:ext>
            </a:extLst>
          </p:cNvPr>
          <p:cNvSpPr>
            <a:spLocks noChangeShapeType="1"/>
          </p:cNvSpPr>
          <p:nvPr/>
        </p:nvSpPr>
        <p:spPr bwMode="auto">
          <a:xfrm>
            <a:off x="1887538" y="1979613"/>
            <a:ext cx="381000" cy="0"/>
          </a:xfrm>
          <a:prstGeom prst="line">
            <a:avLst/>
          </a:prstGeom>
          <a:noFill/>
          <a:ln w="28575">
            <a:solidFill>
              <a:schemeClr val="bg2"/>
            </a:solidFill>
            <a:round/>
            <a:headEnd/>
            <a:tailEnd type="triangle" w="med" len="med"/>
          </a:ln>
          <a:effectLst>
            <a:prstShdw prst="shdw17" dist="17961" dir="2700000">
              <a:schemeClr val="bg2">
                <a:gamma/>
                <a:shade val="60000"/>
                <a:invGamma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eaLnBrk="1" hangingPunct="1">
              <a:defRPr/>
            </a:pPr>
            <a:endParaRPr lang="zh-CN" altLang="en-US"/>
          </a:p>
        </p:txBody>
      </p:sp>
      <p:sp>
        <p:nvSpPr>
          <p:cNvPr id="210963" name="Line 19">
            <a:extLst>
              <a:ext uri="{FF2B5EF4-FFF2-40B4-BE49-F238E27FC236}">
                <a16:creationId xmlns:a16="http://schemas.microsoft.com/office/drawing/2014/main" id="{E1E9A367-6C73-4530-BBB7-94161DBB013F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887538" y="3922713"/>
            <a:ext cx="400050" cy="0"/>
          </a:xfrm>
          <a:prstGeom prst="line">
            <a:avLst/>
          </a:prstGeom>
          <a:noFill/>
          <a:ln w="28575">
            <a:solidFill>
              <a:schemeClr val="bg2"/>
            </a:solidFill>
            <a:round/>
            <a:headEnd/>
            <a:tailEnd type="triangle" w="med" len="med"/>
          </a:ln>
          <a:effectLst>
            <a:prstShdw prst="shdw17" dist="17961" dir="2700000">
              <a:schemeClr val="bg2">
                <a:gamma/>
                <a:shade val="60000"/>
                <a:invGamma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eaLnBrk="1" hangingPunct="1">
              <a:defRPr/>
            </a:pPr>
            <a:endParaRPr lang="zh-CN" altLang="en-US"/>
          </a:p>
        </p:txBody>
      </p:sp>
      <p:grpSp>
        <p:nvGrpSpPr>
          <p:cNvPr id="74763" name="Group 20"/>
          <p:cNvGrpSpPr>
            <a:grpSpLocks/>
          </p:cNvGrpSpPr>
          <p:nvPr/>
        </p:nvGrpSpPr>
        <p:grpSpPr bwMode="auto">
          <a:xfrm>
            <a:off x="877888" y="1731963"/>
            <a:ext cx="669925" cy="2405062"/>
            <a:chOff x="564" y="1416"/>
            <a:chExt cx="422" cy="1464"/>
          </a:xfrm>
        </p:grpSpPr>
        <p:sp>
          <p:nvSpPr>
            <p:cNvPr id="74766" name="AutoShape 21"/>
            <p:cNvSpPr>
              <a:spLocks noChangeArrowheads="1"/>
            </p:cNvSpPr>
            <p:nvPr/>
          </p:nvSpPr>
          <p:spPr bwMode="auto">
            <a:xfrm>
              <a:off x="564" y="1416"/>
              <a:ext cx="408" cy="1464"/>
            </a:xfrm>
            <a:prstGeom prst="roundRect">
              <a:avLst>
                <a:gd name="adj" fmla="val 16667"/>
              </a:avLst>
            </a:prstGeom>
            <a:solidFill>
              <a:srgbClr val="CCFFFF"/>
            </a:solidFill>
            <a:ln>
              <a:noFill/>
            </a:ln>
            <a:effectLst>
              <a:prstShdw prst="shdw17" dist="17961" dir="2700000">
                <a:srgbClr val="7A9999"/>
              </a:prstShdw>
            </a:effectLst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74767" name="Text Box 22"/>
            <p:cNvSpPr txBox="1">
              <a:spLocks noChangeArrowheads="1"/>
            </p:cNvSpPr>
            <p:nvPr/>
          </p:nvSpPr>
          <p:spPr bwMode="auto">
            <a:xfrm>
              <a:off x="598" y="1498"/>
              <a:ext cx="388" cy="1323"/>
            </a:xfrm>
            <a:prstGeom prst="rect">
              <a:avLst/>
            </a:prstGeom>
            <a:solidFill>
              <a:srgbClr val="CCFF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vert="eaVert" anchor="ctr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/>
              <a:r>
                <a:rPr kumimoji="1" lang="zh-CN" altLang="en-US" sz="2800" b="1">
                  <a:solidFill>
                    <a:srgbClr val="FF00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rPr>
                <a:t>化学动力学</a:t>
              </a:r>
              <a:endParaRPr kumimoji="1" lang="zh-CN" altLang="en-US" sz="280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</a:endParaRPr>
            </a:p>
          </p:txBody>
        </p:sp>
      </p:grpSp>
      <p:sp>
        <p:nvSpPr>
          <p:cNvPr id="74764" name="Text Box 24"/>
          <p:cNvSpPr txBox="1">
            <a:spLocks noChangeArrowheads="1"/>
          </p:cNvSpPr>
          <p:nvPr/>
        </p:nvSpPr>
        <p:spPr bwMode="auto">
          <a:xfrm>
            <a:off x="8232775" y="6448425"/>
            <a:ext cx="80010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zh-CN" altLang="en-US" sz="1200" b="1">
                <a:latin typeface="Times New Roman" panose="02020603050405020304" pitchFamily="18" charset="0"/>
                <a:hlinkClick r:id="" action="ppaction://hlinkshowjump?jump=firstslide"/>
              </a:rPr>
              <a:t>返回章首</a:t>
            </a:r>
            <a:endParaRPr kumimoji="1" lang="zh-CN" altLang="en-US" sz="1200">
              <a:latin typeface="Times New Roman" panose="02020603050405020304" pitchFamily="18" charset="0"/>
            </a:endParaRPr>
          </a:p>
        </p:txBody>
      </p:sp>
      <p:sp>
        <p:nvSpPr>
          <p:cNvPr id="74765" name="Rectangle 2"/>
          <p:cNvSpPr txBox="1">
            <a:spLocks noChangeArrowheads="1"/>
          </p:cNvSpPr>
          <p:nvPr/>
        </p:nvSpPr>
        <p:spPr bwMode="auto">
          <a:xfrm>
            <a:off x="1765300" y="231775"/>
            <a:ext cx="3238500" cy="620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30000"/>
              </a:lnSpc>
            </a:pPr>
            <a:r>
              <a:rPr lang="zh-CN" altLang="en-US" sz="3600" b="1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化学动力学 </a:t>
            </a:r>
            <a:br>
              <a:rPr lang="zh-CN" altLang="en-US" sz="3600" b="1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</a:br>
            <a:endParaRPr lang="zh-CN" altLang="en-US" sz="3600" b="1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Text Box 6"/>
          <p:cNvSpPr txBox="1">
            <a:spLocks noChangeArrowheads="1"/>
          </p:cNvSpPr>
          <p:nvPr/>
        </p:nvSpPr>
        <p:spPr bwMode="auto">
          <a:xfrm>
            <a:off x="1077913" y="207963"/>
            <a:ext cx="3059112" cy="646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3600" b="1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化学反应速率</a:t>
            </a:r>
          </a:p>
        </p:txBody>
      </p:sp>
      <p:sp>
        <p:nvSpPr>
          <p:cNvPr id="76803" name="Rectangle 16"/>
          <p:cNvSpPr>
            <a:spLocks noChangeArrowheads="1"/>
          </p:cNvSpPr>
          <p:nvPr/>
        </p:nvSpPr>
        <p:spPr bwMode="auto">
          <a:xfrm>
            <a:off x="755650" y="1268413"/>
            <a:ext cx="8480425" cy="5222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2800" b="1">
                <a:solidFill>
                  <a:srgbClr val="0000FF"/>
                </a:solidFill>
                <a:ea typeface="黑体" panose="02010609060101010101" pitchFamily="49" charset="-122"/>
              </a:rPr>
              <a:t>单位时间、单位空间中某反应物或产物的数量变化。</a:t>
            </a:r>
          </a:p>
        </p:txBody>
      </p:sp>
      <p:graphicFrame>
        <p:nvGraphicFramePr>
          <p:cNvPr id="76804" name="Object 3"/>
          <p:cNvGraphicFramePr>
            <a:graphicFrameLocks noChangeAspect="1"/>
          </p:cNvGraphicFramePr>
          <p:nvPr/>
        </p:nvGraphicFramePr>
        <p:xfrm>
          <a:off x="2235200" y="1930400"/>
          <a:ext cx="3370263" cy="1022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6879" name="公式" r:id="rId4" imgW="1404194" imgH="413519" progId="Equation.3">
                  <p:embed/>
                </p:oleObj>
              </mc:Choice>
              <mc:Fallback>
                <p:oleObj name="公式" r:id="rId4" imgW="1404194" imgH="413519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35200" y="1930400"/>
                        <a:ext cx="3370263" cy="10223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6805" name="Object 4"/>
          <p:cNvGraphicFramePr>
            <a:graphicFrameLocks noChangeAspect="1"/>
          </p:cNvGraphicFramePr>
          <p:nvPr/>
        </p:nvGraphicFramePr>
        <p:xfrm>
          <a:off x="2235200" y="2938463"/>
          <a:ext cx="2289175" cy="1000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6880" name="公式" r:id="rId6" imgW="897913" imgH="375463" progId="Equation.3">
                  <p:embed/>
                </p:oleObj>
              </mc:Choice>
              <mc:Fallback>
                <p:oleObj name="公式" r:id="rId6" imgW="897913" imgH="375463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35200" y="2938463"/>
                        <a:ext cx="2289175" cy="10001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6806" name="Object 5"/>
          <p:cNvGraphicFramePr>
            <a:graphicFrameLocks noChangeAspect="1"/>
          </p:cNvGraphicFramePr>
          <p:nvPr/>
        </p:nvGraphicFramePr>
        <p:xfrm>
          <a:off x="2235200" y="3802063"/>
          <a:ext cx="2232025" cy="11287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6881" name="公式" r:id="rId8" imgW="718330" imgH="348280" progId="Equation.3">
                  <p:embed/>
                </p:oleObj>
              </mc:Choice>
              <mc:Fallback>
                <p:oleObj name="公式" r:id="rId8" imgW="718330" imgH="34828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35200" y="3802063"/>
                        <a:ext cx="2232025" cy="11287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6807" name="Object 6"/>
          <p:cNvGraphicFramePr>
            <a:graphicFrameLocks noChangeAspect="1"/>
          </p:cNvGraphicFramePr>
          <p:nvPr/>
        </p:nvGraphicFramePr>
        <p:xfrm>
          <a:off x="5980113" y="2794000"/>
          <a:ext cx="2714625" cy="1281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6882" name="公式" r:id="rId10" imgW="925307" imgH="424392" progId="Equation.3">
                  <p:embed/>
                </p:oleObj>
              </mc:Choice>
              <mc:Fallback>
                <p:oleObj name="公式" r:id="rId10" imgW="925307" imgH="424392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80113" y="2794000"/>
                        <a:ext cx="2714625" cy="12811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" name="Text Box 7">
            <a:extLst>
              <a:ext uri="{FF2B5EF4-FFF2-40B4-BE49-F238E27FC236}">
                <a16:creationId xmlns:a16="http://schemas.microsoft.com/office/drawing/2014/main" id="{4337E915-233D-4E79-81B3-32CD1968C20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8950" y="2124075"/>
            <a:ext cx="2339975" cy="523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kumimoji="1" lang="zh-CN" altLang="en-US" sz="2800" b="1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</a:rPr>
              <a:t>反应速率</a:t>
            </a:r>
          </a:p>
        </p:txBody>
      </p:sp>
      <p:sp>
        <p:nvSpPr>
          <p:cNvPr id="22" name="Text Box 8">
            <a:extLst>
              <a:ext uri="{FF2B5EF4-FFF2-40B4-BE49-F238E27FC236}">
                <a16:creationId xmlns:a16="http://schemas.microsoft.com/office/drawing/2014/main" id="{B0886067-6541-4AC1-8127-EBE4291D814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6413" y="3154363"/>
            <a:ext cx="1620837" cy="465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algn="just" eaLnBrk="1" hangingPunct="1">
              <a:defRPr/>
            </a:pPr>
            <a:r>
              <a:rPr kumimoji="1" lang="zh-CN" altLang="en-US" sz="2800" b="1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</a:rPr>
              <a:t>消耗速率</a:t>
            </a:r>
            <a:r>
              <a:rPr kumimoji="1" lang="zh-CN" altLang="en-US" sz="2800" b="1">
                <a:latin typeface="Times New Roman" panose="02020603050405020304" pitchFamily="18" charset="0"/>
              </a:rPr>
              <a:t> </a:t>
            </a:r>
          </a:p>
        </p:txBody>
      </p:sp>
      <p:sp>
        <p:nvSpPr>
          <p:cNvPr id="76810" name="Text Box 9"/>
          <p:cNvSpPr txBox="1">
            <a:spLocks noChangeArrowheads="1"/>
          </p:cNvSpPr>
          <p:nvPr/>
        </p:nvSpPr>
        <p:spPr bwMode="auto">
          <a:xfrm>
            <a:off x="506413" y="4090988"/>
            <a:ext cx="1824037" cy="573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/>
            <a:r>
              <a:rPr kumimoji="1" lang="zh-CN" altLang="en-US" sz="2800" b="1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生成速率</a:t>
            </a:r>
            <a:r>
              <a:rPr kumimoji="1" lang="zh-CN" altLang="en-US" sz="1500" b="1">
                <a:latin typeface="Times New Roman" panose="02020603050405020304" pitchFamily="18" charset="0"/>
              </a:rPr>
              <a:t> </a:t>
            </a:r>
            <a:endParaRPr kumimoji="1" lang="zh-CN" altLang="en-US" sz="1000" b="1">
              <a:latin typeface="Times New Roman" panose="02020603050405020304" pitchFamily="18" charset="0"/>
            </a:endParaRPr>
          </a:p>
        </p:txBody>
      </p:sp>
      <p:sp>
        <p:nvSpPr>
          <p:cNvPr id="76811" name="Text Box 10"/>
          <p:cNvSpPr txBox="1">
            <a:spLocks noChangeArrowheads="1"/>
          </p:cNvSpPr>
          <p:nvPr/>
        </p:nvSpPr>
        <p:spPr bwMode="auto">
          <a:xfrm>
            <a:off x="219075" y="5214938"/>
            <a:ext cx="1824038" cy="573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/>
            <a:r>
              <a:rPr kumimoji="1" lang="en-US" altLang="zh-CN" sz="2800" b="1" i="1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V </a:t>
            </a:r>
            <a:r>
              <a:rPr kumimoji="1" lang="zh-CN" altLang="en-US" sz="2800" b="1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恒定，</a:t>
            </a:r>
            <a:endParaRPr kumimoji="1" lang="zh-CN" altLang="en-US" sz="1000" b="1">
              <a:latin typeface="Times New Roman" panose="02020603050405020304" pitchFamily="18" charset="0"/>
            </a:endParaRPr>
          </a:p>
        </p:txBody>
      </p:sp>
      <p:sp>
        <p:nvSpPr>
          <p:cNvPr id="76812" name="AutoShape 11"/>
          <p:cNvSpPr>
            <a:spLocks/>
          </p:cNvSpPr>
          <p:nvPr/>
        </p:nvSpPr>
        <p:spPr bwMode="auto">
          <a:xfrm>
            <a:off x="5619750" y="2362200"/>
            <a:ext cx="360363" cy="2089150"/>
          </a:xfrm>
          <a:prstGeom prst="rightBrace">
            <a:avLst>
              <a:gd name="adj1" fmla="val 48311"/>
              <a:gd name="adj2" fmla="val 50000"/>
            </a:avLst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graphicFrame>
        <p:nvGraphicFramePr>
          <p:cNvPr id="76813" name="Object 12"/>
          <p:cNvGraphicFramePr>
            <a:graphicFrameLocks noChangeAspect="1"/>
          </p:cNvGraphicFramePr>
          <p:nvPr/>
        </p:nvGraphicFramePr>
        <p:xfrm>
          <a:off x="1584325" y="5070475"/>
          <a:ext cx="2046288" cy="1050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6883" name="公式" r:id="rId12" imgW="849213" imgH="424392" progId="Equation.3">
                  <p:embed/>
                </p:oleObj>
              </mc:Choice>
              <mc:Fallback>
                <p:oleObj name="公式" r:id="rId12" imgW="849213" imgH="424392" progId="Equation.3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84325" y="5070475"/>
                        <a:ext cx="2046288" cy="10509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6814" name="Object 13"/>
          <p:cNvGraphicFramePr>
            <a:graphicFrameLocks noChangeAspect="1"/>
          </p:cNvGraphicFramePr>
          <p:nvPr/>
        </p:nvGraphicFramePr>
        <p:xfrm>
          <a:off x="3884613" y="4999038"/>
          <a:ext cx="2066925" cy="1031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6884" name="公式" r:id="rId14" imgW="805585" imgH="386336" progId="Equation.3">
                  <p:embed/>
                </p:oleObj>
              </mc:Choice>
              <mc:Fallback>
                <p:oleObj name="公式" r:id="rId14" imgW="805585" imgH="386336" progId="Equation.3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84613" y="4999038"/>
                        <a:ext cx="2066925" cy="10318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6815" name="Object 14"/>
          <p:cNvGraphicFramePr>
            <a:graphicFrameLocks noChangeAspect="1"/>
          </p:cNvGraphicFramePr>
          <p:nvPr/>
        </p:nvGraphicFramePr>
        <p:xfrm>
          <a:off x="6267450" y="4926013"/>
          <a:ext cx="1962150" cy="12461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6885" name="公式" r:id="rId16" imgW="631414" imgH="386336" progId="Equation.3">
                  <p:embed/>
                </p:oleObj>
              </mc:Choice>
              <mc:Fallback>
                <p:oleObj name="公式" r:id="rId16" imgW="631414" imgH="386336" progId="Equation.3">
                  <p:embed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67450" y="4926013"/>
                        <a:ext cx="1962150" cy="12461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226" name="Text Box 2"/>
          <p:cNvSpPr txBox="1">
            <a:spLocks noChangeArrowheads="1"/>
          </p:cNvSpPr>
          <p:nvPr/>
        </p:nvSpPr>
        <p:spPr bwMode="auto">
          <a:xfrm>
            <a:off x="611188" y="115888"/>
            <a:ext cx="5688012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ctr">
              <a:defRPr/>
            </a:pPr>
            <a:r>
              <a:rPr kumimoji="1" lang="zh-CN" altLang="en-US" sz="4000" b="1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</a:rPr>
              <a:t>各类反应的速率方程</a:t>
            </a:r>
          </a:p>
        </p:txBody>
      </p:sp>
      <p:sp>
        <p:nvSpPr>
          <p:cNvPr id="78851" name="Text Box 34"/>
          <p:cNvSpPr txBox="1">
            <a:spLocks noChangeArrowheads="1"/>
          </p:cNvSpPr>
          <p:nvPr/>
        </p:nvSpPr>
        <p:spPr bwMode="auto">
          <a:xfrm>
            <a:off x="706438" y="2060575"/>
            <a:ext cx="6746875" cy="2333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30000"/>
              </a:lnSpc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zh-CN" altLang="en-US" sz="2800" b="1">
                <a:solidFill>
                  <a:srgbClr val="0000FF"/>
                </a:solidFill>
                <a:ea typeface="黑体" panose="02010609060101010101" pitchFamily="49" charset="-122"/>
              </a:rPr>
              <a:t>各种级数反应的微分和积分形式；</a:t>
            </a:r>
          </a:p>
          <a:p>
            <a:pPr>
              <a:lnSpc>
                <a:spcPct val="130000"/>
              </a:lnSpc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zh-CN" altLang="en-US" sz="2800" b="1">
                <a:solidFill>
                  <a:srgbClr val="0000FF"/>
                </a:solidFill>
                <a:ea typeface="黑体" panose="02010609060101010101" pitchFamily="49" charset="-122"/>
              </a:rPr>
              <a:t>相应级数反应的特征；</a:t>
            </a:r>
          </a:p>
          <a:p>
            <a:pPr>
              <a:lnSpc>
                <a:spcPct val="130000"/>
              </a:lnSpc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zh-CN" altLang="en-US" sz="2800" b="1">
                <a:solidFill>
                  <a:srgbClr val="0000FF"/>
                </a:solidFill>
                <a:ea typeface="黑体" panose="02010609060101010101" pitchFamily="49" charset="-122"/>
              </a:rPr>
              <a:t>能根据特征判断反应的级数；</a:t>
            </a:r>
          </a:p>
          <a:p>
            <a:pPr>
              <a:lnSpc>
                <a:spcPct val="130000"/>
              </a:lnSpc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zh-CN" altLang="en-US" sz="2800" b="1">
                <a:solidFill>
                  <a:srgbClr val="0000FF"/>
                </a:solidFill>
                <a:ea typeface="黑体" panose="02010609060101010101" pitchFamily="49" charset="-122"/>
              </a:rPr>
              <a:t>能根据反应速率方程求解实际问题。</a:t>
            </a:r>
          </a:p>
        </p:txBody>
      </p:sp>
      <p:sp>
        <p:nvSpPr>
          <p:cNvPr id="78852" name="AutoShape 39"/>
          <p:cNvSpPr>
            <a:spLocks noChangeArrowheads="1"/>
          </p:cNvSpPr>
          <p:nvPr/>
        </p:nvSpPr>
        <p:spPr bwMode="auto">
          <a:xfrm>
            <a:off x="323850" y="1773238"/>
            <a:ext cx="7416800" cy="3024187"/>
          </a:xfrm>
          <a:prstGeom prst="roundRect">
            <a:avLst>
              <a:gd name="adj" fmla="val 16667"/>
            </a:avLst>
          </a:prstGeom>
          <a:noFill/>
          <a:ln w="38100" cmpd="dbl">
            <a:solidFill>
              <a:srgbClr val="9933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77" name="AutoShape 45"/>
          <p:cNvSpPr>
            <a:spLocks noChangeArrowheads="1"/>
          </p:cNvSpPr>
          <p:nvPr/>
        </p:nvSpPr>
        <p:spPr bwMode="auto">
          <a:xfrm>
            <a:off x="5981700" y="2630488"/>
            <a:ext cx="2735263" cy="1657350"/>
          </a:xfrm>
          <a:prstGeom prst="roundRect">
            <a:avLst>
              <a:gd name="adj" fmla="val 16667"/>
            </a:avLst>
          </a:prstGeom>
          <a:solidFill>
            <a:srgbClr val="C0C0C0">
              <a:alpha val="67058"/>
            </a:srgbClr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 sz="2800"/>
          </a:p>
        </p:txBody>
      </p:sp>
      <p:sp>
        <p:nvSpPr>
          <p:cNvPr id="80899" name="AutoShape 44"/>
          <p:cNvSpPr>
            <a:spLocks noChangeArrowheads="1"/>
          </p:cNvSpPr>
          <p:nvPr/>
        </p:nvSpPr>
        <p:spPr bwMode="auto">
          <a:xfrm>
            <a:off x="1589088" y="2703513"/>
            <a:ext cx="2519362" cy="1584325"/>
          </a:xfrm>
          <a:prstGeom prst="roundRect">
            <a:avLst>
              <a:gd name="adj" fmla="val 16667"/>
            </a:avLst>
          </a:prstGeom>
          <a:solidFill>
            <a:srgbClr val="C0C0C0">
              <a:alpha val="67058"/>
            </a:srgbClr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 sz="2800"/>
          </a:p>
        </p:txBody>
      </p:sp>
      <p:graphicFrame>
        <p:nvGraphicFramePr>
          <p:cNvPr id="80900" name="Object 14"/>
          <p:cNvGraphicFramePr>
            <a:graphicFrameLocks noChangeAspect="1"/>
          </p:cNvGraphicFramePr>
          <p:nvPr/>
        </p:nvGraphicFramePr>
        <p:xfrm>
          <a:off x="3435350" y="1309688"/>
          <a:ext cx="2468563" cy="5159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0976" name="公式" r:id="rId4" imgW="958112" imgH="196056" progId="Equation.3">
                  <p:embed/>
                </p:oleObj>
              </mc:Choice>
              <mc:Fallback>
                <p:oleObj name="公式" r:id="rId4" imgW="958112" imgH="196056" progId="Equation.3">
                  <p:embed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35350" y="1309688"/>
                        <a:ext cx="2468563" cy="5159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0901" name="Object 16"/>
          <p:cNvGraphicFramePr>
            <a:graphicFrameLocks noChangeAspect="1"/>
          </p:cNvGraphicFramePr>
          <p:nvPr/>
        </p:nvGraphicFramePr>
        <p:xfrm>
          <a:off x="1947863" y="3711575"/>
          <a:ext cx="2016125" cy="511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0977" name="公式" r:id="rId6" imgW="897913" imgH="223239" progId="Equation.3">
                  <p:embed/>
                </p:oleObj>
              </mc:Choice>
              <mc:Fallback>
                <p:oleObj name="公式" r:id="rId6" imgW="897913" imgH="223239" progId="Equation.3">
                  <p:embed/>
                  <p:pic>
                    <p:nvPicPr>
                      <p:cNvPr id="0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47863" y="3711575"/>
                        <a:ext cx="2016125" cy="5111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0902" name="Object 29"/>
          <p:cNvGraphicFramePr>
            <a:graphicFrameLocks noChangeAspect="1"/>
          </p:cNvGraphicFramePr>
          <p:nvPr/>
        </p:nvGraphicFramePr>
        <p:xfrm>
          <a:off x="2092325" y="2630488"/>
          <a:ext cx="1681163" cy="9382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0978" name="Equation" r:id="rId8" imgW="718330" imgH="402646" progId="Equation.DSMT4">
                  <p:embed/>
                </p:oleObj>
              </mc:Choice>
              <mc:Fallback>
                <p:oleObj name="Equation" r:id="rId8" imgW="718330" imgH="402646" progId="Equation.DSMT4">
                  <p:embed/>
                  <p:pic>
                    <p:nvPicPr>
                      <p:cNvPr id="0" name="Object 2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92325" y="2630488"/>
                        <a:ext cx="1681163" cy="9382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4062" name="Text Box 30"/>
          <p:cNvSpPr txBox="1">
            <a:spLocks noChangeArrowheads="1"/>
          </p:cNvSpPr>
          <p:nvPr/>
        </p:nvSpPr>
        <p:spPr bwMode="auto">
          <a:xfrm>
            <a:off x="323850" y="115888"/>
            <a:ext cx="7056438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ctr">
              <a:defRPr/>
            </a:pPr>
            <a:r>
              <a:rPr kumimoji="1" lang="zh-CN" altLang="en-US" sz="3200" b="1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</a:rPr>
              <a:t>各类反应的速率方程</a:t>
            </a:r>
            <a:r>
              <a:rPr kumimoji="1" lang="en-US" altLang="zh-CN" sz="3200" b="1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</a:rPr>
              <a:t>-</a:t>
            </a:r>
            <a:r>
              <a:rPr kumimoji="1" lang="zh-CN" altLang="en-US" sz="4000" b="1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</a:rPr>
              <a:t>零级反应</a:t>
            </a:r>
          </a:p>
        </p:txBody>
      </p:sp>
      <p:sp>
        <p:nvSpPr>
          <p:cNvPr id="80904" name="Text Box 33"/>
          <p:cNvSpPr txBox="1">
            <a:spLocks noChangeArrowheads="1"/>
          </p:cNvSpPr>
          <p:nvPr/>
        </p:nvSpPr>
        <p:spPr bwMode="auto">
          <a:xfrm>
            <a:off x="14288" y="2890838"/>
            <a:ext cx="2011362" cy="5222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2800" b="1">
                <a:solidFill>
                  <a:srgbClr val="FF0000"/>
                </a:solidFill>
                <a:ea typeface="黑体" panose="02010609060101010101" pitchFamily="49" charset="-122"/>
              </a:rPr>
              <a:t>微分式：</a:t>
            </a:r>
          </a:p>
        </p:txBody>
      </p:sp>
      <p:sp>
        <p:nvSpPr>
          <p:cNvPr id="80905" name="Text Box 34"/>
          <p:cNvSpPr txBox="1">
            <a:spLocks noChangeArrowheads="1"/>
          </p:cNvSpPr>
          <p:nvPr/>
        </p:nvSpPr>
        <p:spPr bwMode="auto">
          <a:xfrm>
            <a:off x="-9525" y="3683000"/>
            <a:ext cx="2035175" cy="5222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2800" b="1">
                <a:solidFill>
                  <a:srgbClr val="FF0000"/>
                </a:solidFill>
                <a:ea typeface="黑体" panose="02010609060101010101" pitchFamily="49" charset="-122"/>
              </a:rPr>
              <a:t>积分式：</a:t>
            </a:r>
          </a:p>
        </p:txBody>
      </p:sp>
      <p:graphicFrame>
        <p:nvGraphicFramePr>
          <p:cNvPr id="44071" name="Object 39"/>
          <p:cNvGraphicFramePr>
            <a:graphicFrameLocks noChangeAspect="1"/>
          </p:cNvGraphicFramePr>
          <p:nvPr/>
        </p:nvGraphicFramePr>
        <p:xfrm>
          <a:off x="6340475" y="2559050"/>
          <a:ext cx="1828800" cy="938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0979" name="Equation" r:id="rId10" imgW="783941" imgH="402646" progId="Equation.DSMT4">
                  <p:embed/>
                </p:oleObj>
              </mc:Choice>
              <mc:Fallback>
                <p:oleObj name="Equation" r:id="rId10" imgW="783941" imgH="402646" progId="Equation.DSMT4">
                  <p:embed/>
                  <p:pic>
                    <p:nvPicPr>
                      <p:cNvPr id="0" name="Object 3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40475" y="2559050"/>
                        <a:ext cx="1828800" cy="9382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4072" name="Object 40"/>
          <p:cNvGraphicFramePr>
            <a:graphicFrameLocks noChangeAspect="1"/>
          </p:cNvGraphicFramePr>
          <p:nvPr/>
        </p:nvGraphicFramePr>
        <p:xfrm>
          <a:off x="6269038" y="3567113"/>
          <a:ext cx="2271712" cy="5381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0980" name="Equation" r:id="rId12" imgW="1012223" imgH="234112" progId="Equation.DSMT4">
                  <p:embed/>
                </p:oleObj>
              </mc:Choice>
              <mc:Fallback>
                <p:oleObj name="Equation" r:id="rId12" imgW="1012223" imgH="234112" progId="Equation.DSMT4">
                  <p:embed/>
                  <p:pic>
                    <p:nvPicPr>
                      <p:cNvPr id="0" name="Object 4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69038" y="3567113"/>
                        <a:ext cx="2271712" cy="5381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4073" name="Object 41"/>
          <p:cNvGraphicFramePr>
            <a:graphicFrameLocks noChangeAspect="1"/>
          </p:cNvGraphicFramePr>
          <p:nvPr/>
        </p:nvGraphicFramePr>
        <p:xfrm>
          <a:off x="4181475" y="3135313"/>
          <a:ext cx="1817688" cy="5381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0981" name="Equation" r:id="rId14" imgW="805585" imgH="234112" progId="Equation.DSMT4">
                  <p:embed/>
                </p:oleObj>
              </mc:Choice>
              <mc:Fallback>
                <p:oleObj name="Equation" r:id="rId14" imgW="805585" imgH="234112" progId="Equation.DSMT4">
                  <p:embed/>
                  <p:pic>
                    <p:nvPicPr>
                      <p:cNvPr id="0" name="Object 4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81475" y="3135313"/>
                        <a:ext cx="1817688" cy="5381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0909" name="Text Box 42"/>
          <p:cNvSpPr txBox="1">
            <a:spLocks noChangeArrowheads="1"/>
          </p:cNvSpPr>
          <p:nvPr/>
        </p:nvSpPr>
        <p:spPr bwMode="auto">
          <a:xfrm>
            <a:off x="1804988" y="2055813"/>
            <a:ext cx="2711450" cy="5222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2800" b="1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浓度变化表示  </a:t>
            </a:r>
          </a:p>
        </p:txBody>
      </p:sp>
      <p:sp>
        <p:nvSpPr>
          <p:cNvPr id="44075" name="Text Box 43"/>
          <p:cNvSpPr txBox="1">
            <a:spLocks noChangeArrowheads="1"/>
          </p:cNvSpPr>
          <p:nvPr/>
        </p:nvSpPr>
        <p:spPr bwMode="auto">
          <a:xfrm>
            <a:off x="6340475" y="2055813"/>
            <a:ext cx="2711450" cy="5222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2800" b="1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分压变化表示  </a:t>
            </a:r>
          </a:p>
        </p:txBody>
      </p:sp>
      <p:sp>
        <p:nvSpPr>
          <p:cNvPr id="2" name="文本框 1"/>
          <p:cNvSpPr txBox="1">
            <a:spLocks noChangeArrowheads="1"/>
          </p:cNvSpPr>
          <p:nvPr/>
        </p:nvSpPr>
        <p:spPr bwMode="auto">
          <a:xfrm>
            <a:off x="306388" y="5165725"/>
            <a:ext cx="2854325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2800" b="1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物理量代替浓度</a:t>
            </a:r>
          </a:p>
        </p:txBody>
      </p:sp>
      <p:graphicFrame>
        <p:nvGraphicFramePr>
          <p:cNvPr id="38" name="Object 4"/>
          <p:cNvGraphicFramePr>
            <a:graphicFrameLocks noChangeAspect="1"/>
          </p:cNvGraphicFramePr>
          <p:nvPr/>
        </p:nvGraphicFramePr>
        <p:xfrm>
          <a:off x="3244850" y="4832350"/>
          <a:ext cx="5353050" cy="1166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0982" name="公式" r:id="rId16" imgW="2024785" imgH="440702" progId="Equation.3">
                  <p:embed/>
                </p:oleObj>
              </mc:Choice>
              <mc:Fallback>
                <p:oleObj name="公式" r:id="rId16" imgW="2024785" imgH="440702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44850" y="4832350"/>
                        <a:ext cx="5353050" cy="11668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077" grpId="0" animBg="1"/>
      <p:bldP spid="44075" grpId="0"/>
      <p:bldP spid="2" grpId="0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AutoShape 37"/>
          <p:cNvSpPr>
            <a:spLocks noChangeArrowheads="1"/>
          </p:cNvSpPr>
          <p:nvPr/>
        </p:nvSpPr>
        <p:spPr bwMode="auto">
          <a:xfrm>
            <a:off x="5376863" y="1858963"/>
            <a:ext cx="3673475" cy="2520950"/>
          </a:xfrm>
          <a:prstGeom prst="roundRect">
            <a:avLst>
              <a:gd name="adj" fmla="val 16667"/>
            </a:avLst>
          </a:prstGeom>
          <a:solidFill>
            <a:srgbClr val="C0C0C0">
              <a:alpha val="67058"/>
            </a:srgbClr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 sz="2800"/>
          </a:p>
        </p:txBody>
      </p:sp>
      <p:sp>
        <p:nvSpPr>
          <p:cNvPr id="82947" name="AutoShape 36"/>
          <p:cNvSpPr>
            <a:spLocks noChangeArrowheads="1"/>
          </p:cNvSpPr>
          <p:nvPr/>
        </p:nvSpPr>
        <p:spPr bwMode="auto">
          <a:xfrm>
            <a:off x="1509713" y="1858963"/>
            <a:ext cx="3673475" cy="2520950"/>
          </a:xfrm>
          <a:prstGeom prst="roundRect">
            <a:avLst>
              <a:gd name="adj" fmla="val 16667"/>
            </a:avLst>
          </a:prstGeom>
          <a:solidFill>
            <a:srgbClr val="C0C0C0">
              <a:alpha val="67058"/>
            </a:srgbClr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 sz="2800"/>
          </a:p>
        </p:txBody>
      </p:sp>
      <p:graphicFrame>
        <p:nvGraphicFramePr>
          <p:cNvPr id="82948" name="Object 3"/>
          <p:cNvGraphicFramePr>
            <a:graphicFrameLocks noChangeAspect="1"/>
          </p:cNvGraphicFramePr>
          <p:nvPr/>
        </p:nvGraphicFramePr>
        <p:xfrm>
          <a:off x="1654175" y="2722563"/>
          <a:ext cx="3406775" cy="523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3042" name="Equation" r:id="rId4" imgW="1480626" imgH="223239" progId="Equation.DSMT4">
                  <p:embed/>
                </p:oleObj>
              </mc:Choice>
              <mc:Fallback>
                <p:oleObj name="Equation" r:id="rId4" imgW="1480626" imgH="223239" progId="Equation.DSMT4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54175" y="2722563"/>
                        <a:ext cx="3406775" cy="5238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2949" name="Object 4"/>
          <p:cNvGraphicFramePr>
            <a:graphicFrameLocks noChangeAspect="1"/>
          </p:cNvGraphicFramePr>
          <p:nvPr/>
        </p:nvGraphicFramePr>
        <p:xfrm>
          <a:off x="1509713" y="3443288"/>
          <a:ext cx="3529012" cy="911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3043" name="公式" r:id="rId6" imgW="1708909" imgH="440702" progId="Equation.3">
                  <p:embed/>
                </p:oleObj>
              </mc:Choice>
              <mc:Fallback>
                <p:oleObj name="公式" r:id="rId6" imgW="1708909" imgH="440702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09713" y="3443288"/>
                        <a:ext cx="3529012" cy="9112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2950" name="Object 20"/>
          <p:cNvGraphicFramePr>
            <a:graphicFrameLocks noChangeAspect="1"/>
          </p:cNvGraphicFramePr>
          <p:nvPr/>
        </p:nvGraphicFramePr>
        <p:xfrm>
          <a:off x="2578100" y="1239838"/>
          <a:ext cx="2622550" cy="5476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3044" name="公式" r:id="rId8" imgW="958112" imgH="196056" progId="Equation.3">
                  <p:embed/>
                </p:oleObj>
              </mc:Choice>
              <mc:Fallback>
                <p:oleObj name="公式" r:id="rId8" imgW="958112" imgH="196056" progId="Equation.3">
                  <p:embed/>
                  <p:pic>
                    <p:nvPicPr>
                      <p:cNvPr id="0" name="Object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78100" y="1239838"/>
                        <a:ext cx="2622550" cy="5476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2951" name="Object 23"/>
          <p:cNvGraphicFramePr>
            <a:graphicFrameLocks noChangeAspect="1"/>
          </p:cNvGraphicFramePr>
          <p:nvPr/>
        </p:nvGraphicFramePr>
        <p:xfrm>
          <a:off x="1727200" y="1787525"/>
          <a:ext cx="1758950" cy="812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3045" name="公式" r:id="rId10" imgW="870857" imgH="402646" progId="Equation.3">
                  <p:embed/>
                </p:oleObj>
              </mc:Choice>
              <mc:Fallback>
                <p:oleObj name="公式" r:id="rId10" imgW="870857" imgH="402646" progId="Equation.3">
                  <p:embed/>
                  <p:pic>
                    <p:nvPicPr>
                      <p:cNvPr id="0" name="Object 2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27200" y="1787525"/>
                        <a:ext cx="1758950" cy="812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8153" name="Text Box 25"/>
          <p:cNvSpPr txBox="1">
            <a:spLocks noChangeArrowheads="1"/>
          </p:cNvSpPr>
          <p:nvPr/>
        </p:nvSpPr>
        <p:spPr bwMode="auto">
          <a:xfrm>
            <a:off x="539750" y="179388"/>
            <a:ext cx="7056438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ctr">
              <a:defRPr/>
            </a:pPr>
            <a:r>
              <a:rPr kumimoji="1" lang="zh-CN" altLang="en-US" sz="3200" b="1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</a:rPr>
              <a:t>各类反应的速率方程</a:t>
            </a:r>
            <a:r>
              <a:rPr kumimoji="1" lang="en-US" altLang="zh-CN" sz="3200" b="1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</a:rPr>
              <a:t>-</a:t>
            </a:r>
            <a:r>
              <a:rPr kumimoji="1" lang="zh-CN" altLang="en-US" sz="4000" b="1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</a:rPr>
              <a:t>一级反应</a:t>
            </a:r>
          </a:p>
        </p:txBody>
      </p:sp>
      <p:sp>
        <p:nvSpPr>
          <p:cNvPr id="82953" name="Text Box 27"/>
          <p:cNvSpPr txBox="1">
            <a:spLocks noChangeArrowheads="1"/>
          </p:cNvSpPr>
          <p:nvPr/>
        </p:nvSpPr>
        <p:spPr bwMode="auto">
          <a:xfrm>
            <a:off x="12700" y="1955800"/>
            <a:ext cx="2143125" cy="523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2800" b="1">
                <a:solidFill>
                  <a:srgbClr val="FF0000"/>
                </a:solidFill>
                <a:ea typeface="黑体" panose="02010609060101010101" pitchFamily="49" charset="-122"/>
              </a:rPr>
              <a:t>微分式：</a:t>
            </a:r>
          </a:p>
        </p:txBody>
      </p:sp>
      <p:sp>
        <p:nvSpPr>
          <p:cNvPr id="82954" name="Text Box 28"/>
          <p:cNvSpPr txBox="1">
            <a:spLocks noChangeArrowheads="1"/>
          </p:cNvSpPr>
          <p:nvPr/>
        </p:nvSpPr>
        <p:spPr bwMode="auto">
          <a:xfrm>
            <a:off x="12700" y="2747963"/>
            <a:ext cx="2143125" cy="523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2800" b="1">
                <a:solidFill>
                  <a:srgbClr val="FF0000"/>
                </a:solidFill>
                <a:ea typeface="黑体" panose="02010609060101010101" pitchFamily="49" charset="-122"/>
              </a:rPr>
              <a:t>积分式：</a:t>
            </a:r>
          </a:p>
        </p:txBody>
      </p:sp>
      <p:graphicFrame>
        <p:nvGraphicFramePr>
          <p:cNvPr id="82955" name="Object 30"/>
          <p:cNvGraphicFramePr>
            <a:graphicFrameLocks noChangeAspect="1"/>
          </p:cNvGraphicFramePr>
          <p:nvPr/>
        </p:nvGraphicFramePr>
        <p:xfrm>
          <a:off x="6062663" y="1858963"/>
          <a:ext cx="1938337" cy="812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3046" name="Equation" r:id="rId12" imgW="958112" imgH="402646" progId="Equation.DSMT4">
                  <p:embed/>
                </p:oleObj>
              </mc:Choice>
              <mc:Fallback>
                <p:oleObj name="Equation" r:id="rId12" imgW="958112" imgH="402646" progId="Equation.DSMT4">
                  <p:embed/>
                  <p:pic>
                    <p:nvPicPr>
                      <p:cNvPr id="0" name="Object 3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62663" y="1858963"/>
                        <a:ext cx="1938337" cy="812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2956" name="Object 31"/>
          <p:cNvGraphicFramePr>
            <a:graphicFrameLocks noChangeAspect="1"/>
          </p:cNvGraphicFramePr>
          <p:nvPr/>
        </p:nvGraphicFramePr>
        <p:xfrm>
          <a:off x="5381625" y="2795588"/>
          <a:ext cx="3668713" cy="5540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3047" name="Equation" r:id="rId14" imgW="1594599" imgH="234112" progId="Equation.DSMT4">
                  <p:embed/>
                </p:oleObj>
              </mc:Choice>
              <mc:Fallback>
                <p:oleObj name="Equation" r:id="rId14" imgW="1594599" imgH="234112" progId="Equation.DSMT4">
                  <p:embed/>
                  <p:pic>
                    <p:nvPicPr>
                      <p:cNvPr id="0" name="Object 3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81625" y="2795588"/>
                        <a:ext cx="3668713" cy="5540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2957" name="Object 32"/>
          <p:cNvGraphicFramePr>
            <a:graphicFrameLocks noChangeAspect="1"/>
          </p:cNvGraphicFramePr>
          <p:nvPr/>
        </p:nvGraphicFramePr>
        <p:xfrm>
          <a:off x="4552950" y="4557713"/>
          <a:ext cx="1403350" cy="577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3048" name="Equation" r:id="rId16" imgW="576964" imgH="234112" progId="Equation.DSMT4">
                  <p:embed/>
                </p:oleObj>
              </mc:Choice>
              <mc:Fallback>
                <p:oleObj name="Equation" r:id="rId16" imgW="576964" imgH="234112" progId="Equation.DSMT4">
                  <p:embed/>
                  <p:pic>
                    <p:nvPicPr>
                      <p:cNvPr id="0" name="Object 3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52950" y="4557713"/>
                        <a:ext cx="1403350" cy="5778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2958" name="Object 39"/>
          <p:cNvGraphicFramePr>
            <a:graphicFrameLocks noChangeAspect="1"/>
          </p:cNvGraphicFramePr>
          <p:nvPr/>
        </p:nvGraphicFramePr>
        <p:xfrm>
          <a:off x="6207125" y="3370263"/>
          <a:ext cx="1908175" cy="911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3049" name="Equation" r:id="rId18" imgW="919896" imgH="440702" progId="Equation.DSMT4">
                  <p:embed/>
                </p:oleObj>
              </mc:Choice>
              <mc:Fallback>
                <p:oleObj name="Equation" r:id="rId18" imgW="919896" imgH="440702" progId="Equation.DSMT4">
                  <p:embed/>
                  <p:pic>
                    <p:nvPicPr>
                      <p:cNvPr id="0" name="Object 3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07125" y="3370263"/>
                        <a:ext cx="1908175" cy="9112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2959" name="文本框 25"/>
          <p:cNvSpPr txBox="1">
            <a:spLocks noChangeArrowheads="1"/>
          </p:cNvSpPr>
          <p:nvPr/>
        </p:nvSpPr>
        <p:spPr bwMode="auto">
          <a:xfrm>
            <a:off x="371475" y="5534025"/>
            <a:ext cx="282575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2800" b="1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物理量代替浓度</a:t>
            </a:r>
          </a:p>
        </p:txBody>
      </p:sp>
      <p:graphicFrame>
        <p:nvGraphicFramePr>
          <p:cNvPr id="82960" name="Object 7"/>
          <p:cNvGraphicFramePr>
            <a:graphicFrameLocks noChangeAspect="1"/>
          </p:cNvGraphicFramePr>
          <p:nvPr/>
        </p:nvGraphicFramePr>
        <p:xfrm>
          <a:off x="3486150" y="5316538"/>
          <a:ext cx="4860925" cy="10112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3050" name="公式" r:id="rId20" imgW="2128273" imgH="440702" progId="Equation.3">
                  <p:embed/>
                </p:oleObj>
              </mc:Choice>
              <mc:Fallback>
                <p:oleObj name="公式" r:id="rId20" imgW="2128273" imgH="440702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86150" y="5316538"/>
                        <a:ext cx="4860925" cy="10112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AutoShape 40"/>
          <p:cNvSpPr>
            <a:spLocks noChangeArrowheads="1"/>
          </p:cNvSpPr>
          <p:nvPr/>
        </p:nvSpPr>
        <p:spPr bwMode="auto">
          <a:xfrm>
            <a:off x="6384925" y="2025650"/>
            <a:ext cx="2519363" cy="2016125"/>
          </a:xfrm>
          <a:prstGeom prst="roundRect">
            <a:avLst>
              <a:gd name="adj" fmla="val 16667"/>
            </a:avLst>
          </a:prstGeom>
          <a:solidFill>
            <a:srgbClr val="C0C0C0">
              <a:alpha val="67058"/>
            </a:srgbClr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 sz="2800"/>
          </a:p>
        </p:txBody>
      </p:sp>
      <p:sp>
        <p:nvSpPr>
          <p:cNvPr id="84995" name="AutoShape 41"/>
          <p:cNvSpPr>
            <a:spLocks noChangeArrowheads="1"/>
          </p:cNvSpPr>
          <p:nvPr/>
        </p:nvSpPr>
        <p:spPr bwMode="auto">
          <a:xfrm>
            <a:off x="1755775" y="1976438"/>
            <a:ext cx="2808288" cy="2016125"/>
          </a:xfrm>
          <a:prstGeom prst="roundRect">
            <a:avLst>
              <a:gd name="adj" fmla="val 16667"/>
            </a:avLst>
          </a:prstGeom>
          <a:solidFill>
            <a:srgbClr val="C0C0C0">
              <a:alpha val="67058"/>
            </a:srgbClr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 sz="2800"/>
          </a:p>
        </p:txBody>
      </p:sp>
      <p:sp>
        <p:nvSpPr>
          <p:cNvPr id="84996" name="Rectangle 14"/>
          <p:cNvSpPr>
            <a:spLocks noChangeArrowheads="1"/>
          </p:cNvSpPr>
          <p:nvPr/>
        </p:nvSpPr>
        <p:spPr bwMode="auto">
          <a:xfrm>
            <a:off x="496888" y="3054350"/>
            <a:ext cx="184150" cy="523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 sz="2800"/>
          </a:p>
        </p:txBody>
      </p:sp>
      <p:graphicFrame>
        <p:nvGraphicFramePr>
          <p:cNvPr id="84997" name="Object 23"/>
          <p:cNvGraphicFramePr>
            <a:graphicFrameLocks noChangeAspect="1"/>
          </p:cNvGraphicFramePr>
          <p:nvPr/>
        </p:nvGraphicFramePr>
        <p:xfrm>
          <a:off x="2044700" y="2984500"/>
          <a:ext cx="1884363" cy="889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5071" name="Equation" r:id="rId4" imgW="936129" imgH="440702" progId="Equation.DSMT4">
                  <p:embed/>
                </p:oleObj>
              </mc:Choice>
              <mc:Fallback>
                <p:oleObj name="Equation" r:id="rId4" imgW="936129" imgH="440702" progId="Equation.DSMT4">
                  <p:embed/>
                  <p:pic>
                    <p:nvPicPr>
                      <p:cNvPr id="0" name="Object 2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44700" y="2984500"/>
                        <a:ext cx="1884363" cy="889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4998" name="Object 26"/>
          <p:cNvGraphicFramePr>
            <a:graphicFrameLocks noChangeAspect="1"/>
          </p:cNvGraphicFramePr>
          <p:nvPr/>
        </p:nvGraphicFramePr>
        <p:xfrm>
          <a:off x="1973263" y="1976438"/>
          <a:ext cx="1762125" cy="812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5072" name="公式" r:id="rId6" imgW="870857" imgH="402646" progId="Equation.3">
                  <p:embed/>
                </p:oleObj>
              </mc:Choice>
              <mc:Fallback>
                <p:oleObj name="公式" r:id="rId6" imgW="870857" imgH="402646" progId="Equation.3">
                  <p:embed/>
                  <p:pic>
                    <p:nvPicPr>
                      <p:cNvPr id="0" name="Object 2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73263" y="1976438"/>
                        <a:ext cx="1762125" cy="812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5325" name="Text Box 29"/>
          <p:cNvSpPr txBox="1">
            <a:spLocks noChangeArrowheads="1"/>
          </p:cNvSpPr>
          <p:nvPr/>
        </p:nvSpPr>
        <p:spPr bwMode="auto">
          <a:xfrm>
            <a:off x="900113" y="141288"/>
            <a:ext cx="7056437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ctr">
              <a:defRPr/>
            </a:pPr>
            <a:r>
              <a:rPr kumimoji="1" lang="zh-CN" altLang="en-US" sz="3200" b="1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</a:rPr>
              <a:t>各类反应的速率方程</a:t>
            </a:r>
            <a:r>
              <a:rPr kumimoji="1" lang="en-US" altLang="zh-CN" sz="3200" b="1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</a:rPr>
              <a:t>-</a:t>
            </a:r>
            <a:r>
              <a:rPr kumimoji="1" lang="zh-CN" altLang="en-US" sz="4000" b="1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</a:rPr>
              <a:t>二级反应</a:t>
            </a:r>
          </a:p>
        </p:txBody>
      </p:sp>
      <p:graphicFrame>
        <p:nvGraphicFramePr>
          <p:cNvPr id="85000" name="Object 31"/>
          <p:cNvGraphicFramePr>
            <a:graphicFrameLocks noChangeAspect="1"/>
          </p:cNvGraphicFramePr>
          <p:nvPr/>
        </p:nvGraphicFramePr>
        <p:xfrm>
          <a:off x="3052763" y="1400175"/>
          <a:ext cx="2160587" cy="450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5073" name="公式" r:id="rId8" imgW="958112" imgH="196056" progId="Equation.3">
                  <p:embed/>
                </p:oleObj>
              </mc:Choice>
              <mc:Fallback>
                <p:oleObj name="公式" r:id="rId8" imgW="958112" imgH="196056" progId="Equation.3">
                  <p:embed/>
                  <p:pic>
                    <p:nvPicPr>
                      <p:cNvPr id="0" name="Object 3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52763" y="1400175"/>
                        <a:ext cx="2160587" cy="4508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5001" name="Object 33"/>
          <p:cNvGraphicFramePr>
            <a:graphicFrameLocks noChangeAspect="1"/>
          </p:cNvGraphicFramePr>
          <p:nvPr/>
        </p:nvGraphicFramePr>
        <p:xfrm>
          <a:off x="6600825" y="2025650"/>
          <a:ext cx="1941513" cy="812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5074" name="Equation" r:id="rId10" imgW="958112" imgH="402646" progId="Equation.DSMT4">
                  <p:embed/>
                </p:oleObj>
              </mc:Choice>
              <mc:Fallback>
                <p:oleObj name="Equation" r:id="rId10" imgW="958112" imgH="402646" progId="Equation.DSMT4">
                  <p:embed/>
                  <p:pic>
                    <p:nvPicPr>
                      <p:cNvPr id="0" name="Object 3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00825" y="2025650"/>
                        <a:ext cx="1941513" cy="812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5002" name="Object 34"/>
          <p:cNvGraphicFramePr>
            <a:graphicFrameLocks noChangeAspect="1"/>
          </p:cNvGraphicFramePr>
          <p:nvPr/>
        </p:nvGraphicFramePr>
        <p:xfrm>
          <a:off x="6745288" y="2889250"/>
          <a:ext cx="2139950" cy="889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5075" name="Equation" r:id="rId12" imgW="1061262" imgH="440702" progId="Equation.DSMT4">
                  <p:embed/>
                </p:oleObj>
              </mc:Choice>
              <mc:Fallback>
                <p:oleObj name="Equation" r:id="rId12" imgW="1061262" imgH="440702" progId="Equation.DSMT4">
                  <p:embed/>
                  <p:pic>
                    <p:nvPicPr>
                      <p:cNvPr id="0" name="Object 3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45288" y="2889250"/>
                        <a:ext cx="2139950" cy="889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5003" name="Text Box 35"/>
          <p:cNvSpPr txBox="1">
            <a:spLocks noChangeArrowheads="1"/>
          </p:cNvSpPr>
          <p:nvPr/>
        </p:nvSpPr>
        <p:spPr bwMode="auto">
          <a:xfrm>
            <a:off x="100013" y="2047875"/>
            <a:ext cx="2000250" cy="523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2800" b="1">
                <a:solidFill>
                  <a:srgbClr val="FF0000"/>
                </a:solidFill>
                <a:ea typeface="黑体" panose="02010609060101010101" pitchFamily="49" charset="-122"/>
              </a:rPr>
              <a:t>微分式：</a:t>
            </a:r>
          </a:p>
        </p:txBody>
      </p:sp>
      <p:sp>
        <p:nvSpPr>
          <p:cNvPr id="85004" name="Text Box 36"/>
          <p:cNvSpPr txBox="1">
            <a:spLocks noChangeArrowheads="1"/>
          </p:cNvSpPr>
          <p:nvPr/>
        </p:nvSpPr>
        <p:spPr bwMode="auto">
          <a:xfrm>
            <a:off x="28575" y="3200400"/>
            <a:ext cx="2071688" cy="523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2800" b="1">
                <a:solidFill>
                  <a:srgbClr val="FF0000"/>
                </a:solidFill>
                <a:ea typeface="黑体" panose="02010609060101010101" pitchFamily="49" charset="-122"/>
              </a:rPr>
              <a:t>积分式：</a:t>
            </a:r>
          </a:p>
        </p:txBody>
      </p:sp>
      <p:graphicFrame>
        <p:nvGraphicFramePr>
          <p:cNvPr id="85005" name="Object 42"/>
          <p:cNvGraphicFramePr>
            <a:graphicFrameLocks noChangeAspect="1"/>
          </p:cNvGraphicFramePr>
          <p:nvPr/>
        </p:nvGraphicFramePr>
        <p:xfrm>
          <a:off x="4564063" y="2552700"/>
          <a:ext cx="1817687" cy="5381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5076" name="Equation" r:id="rId14" imgW="805585" imgH="234112" progId="Equation.DSMT4">
                  <p:embed/>
                </p:oleObj>
              </mc:Choice>
              <mc:Fallback>
                <p:oleObj name="Equation" r:id="rId14" imgW="805585" imgH="234112" progId="Equation.DSMT4">
                  <p:embed/>
                  <p:pic>
                    <p:nvPicPr>
                      <p:cNvPr id="0" name="Object 4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64063" y="2552700"/>
                        <a:ext cx="1817687" cy="5381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5006" name="文本框 21"/>
          <p:cNvSpPr txBox="1">
            <a:spLocks noChangeArrowheads="1"/>
          </p:cNvSpPr>
          <p:nvPr/>
        </p:nvSpPr>
        <p:spPr bwMode="auto">
          <a:xfrm>
            <a:off x="-107950" y="5029200"/>
            <a:ext cx="2986088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2800" b="1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物理量代替浓度</a:t>
            </a:r>
          </a:p>
        </p:txBody>
      </p:sp>
      <p:graphicFrame>
        <p:nvGraphicFramePr>
          <p:cNvPr id="85007" name="Object 8"/>
          <p:cNvGraphicFramePr>
            <a:graphicFrameLocks noChangeAspect="1"/>
          </p:cNvGraphicFramePr>
          <p:nvPr/>
        </p:nvGraphicFramePr>
        <p:xfrm>
          <a:off x="2987675" y="4729163"/>
          <a:ext cx="5281613" cy="10525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5077" name="公式" r:id="rId16" imgW="2215190" imgH="440702" progId="Equation.3">
                  <p:embed/>
                </p:oleObj>
              </mc:Choice>
              <mc:Fallback>
                <p:oleObj name="公式" r:id="rId16" imgW="2215190" imgH="440702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87675" y="4729163"/>
                        <a:ext cx="5281613" cy="10525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7042" name="Object 2"/>
          <p:cNvGraphicFramePr>
            <a:graphicFrameLocks noChangeAspect="1"/>
          </p:cNvGraphicFramePr>
          <p:nvPr/>
        </p:nvGraphicFramePr>
        <p:xfrm>
          <a:off x="1042988" y="2103438"/>
          <a:ext cx="1595437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7195" name="公式" r:id="rId4" imgW="794763" imgH="212366" progId="Equation.3">
                  <p:embed/>
                </p:oleObj>
              </mc:Choice>
              <mc:Fallback>
                <p:oleObj name="公式" r:id="rId4" imgW="794763" imgH="212366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42988" y="2103438"/>
                        <a:ext cx="1595437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7043" name="Object 3"/>
          <p:cNvGraphicFramePr>
            <a:graphicFrameLocks noChangeAspect="1"/>
          </p:cNvGraphicFramePr>
          <p:nvPr/>
        </p:nvGraphicFramePr>
        <p:xfrm>
          <a:off x="2843213" y="2606675"/>
          <a:ext cx="3871912" cy="889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7196" name="公式" r:id="rId6" imgW="1926708" imgH="440702" progId="Equation.3">
                  <p:embed/>
                </p:oleObj>
              </mc:Choice>
              <mc:Fallback>
                <p:oleObj name="公式" r:id="rId6" imgW="1926708" imgH="440702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43213" y="2606675"/>
                        <a:ext cx="3871912" cy="889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7044" name="Object 4"/>
          <p:cNvGraphicFramePr>
            <a:graphicFrameLocks noChangeAspect="1"/>
          </p:cNvGraphicFramePr>
          <p:nvPr/>
        </p:nvGraphicFramePr>
        <p:xfrm>
          <a:off x="1162050" y="3975100"/>
          <a:ext cx="1601788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7197" name="公式" r:id="rId8" imgW="794763" imgH="212366" progId="Equation.3">
                  <p:embed/>
                </p:oleObj>
              </mc:Choice>
              <mc:Fallback>
                <p:oleObj name="公式" r:id="rId8" imgW="794763" imgH="212366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62050" y="3975100"/>
                        <a:ext cx="1601788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7045" name="Object 5"/>
          <p:cNvGraphicFramePr>
            <a:graphicFrameLocks noChangeAspect="1"/>
          </p:cNvGraphicFramePr>
          <p:nvPr/>
        </p:nvGraphicFramePr>
        <p:xfrm>
          <a:off x="3035300" y="4418013"/>
          <a:ext cx="1576388" cy="812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7198" name="公式" r:id="rId10" imgW="783941" imgH="402646" progId="Equation.3">
                  <p:embed/>
                </p:oleObj>
              </mc:Choice>
              <mc:Fallback>
                <p:oleObj name="公式" r:id="rId10" imgW="783941" imgH="402646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35300" y="4418013"/>
                        <a:ext cx="1576388" cy="812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7046" name="Object 6"/>
          <p:cNvGraphicFramePr>
            <a:graphicFrameLocks noChangeAspect="1"/>
          </p:cNvGraphicFramePr>
          <p:nvPr/>
        </p:nvGraphicFramePr>
        <p:xfrm>
          <a:off x="3132138" y="2103438"/>
          <a:ext cx="1903412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7199" name="公式" r:id="rId12" imgW="946951" imgH="223239" progId="Equation.3">
                  <p:embed/>
                </p:oleObj>
              </mc:Choice>
              <mc:Fallback>
                <p:oleObj name="公式" r:id="rId12" imgW="946951" imgH="223239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32138" y="2103438"/>
                        <a:ext cx="1903412" cy="45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7047" name="Object 7"/>
          <p:cNvGraphicFramePr>
            <a:graphicFrameLocks noChangeAspect="1"/>
          </p:cNvGraphicFramePr>
          <p:nvPr/>
        </p:nvGraphicFramePr>
        <p:xfrm>
          <a:off x="3394075" y="3975100"/>
          <a:ext cx="26162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7200" name="公式" r:id="rId14" imgW="1300705" imgH="223239" progId="Equation.3">
                  <p:embed/>
                </p:oleObj>
              </mc:Choice>
              <mc:Fallback>
                <p:oleObj name="公式" r:id="rId14" imgW="1300705" imgH="223239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94075" y="3975100"/>
                        <a:ext cx="2616200" cy="45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7048" name="Text Box 8"/>
          <p:cNvSpPr txBox="1">
            <a:spLocks noChangeArrowheads="1"/>
          </p:cNvSpPr>
          <p:nvPr/>
        </p:nvSpPr>
        <p:spPr bwMode="auto">
          <a:xfrm>
            <a:off x="0" y="1606550"/>
            <a:ext cx="2616200" cy="523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sz="2800" b="1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(B)</a:t>
            </a:r>
            <a:r>
              <a:rPr lang="zh-CN" altLang="en-US" sz="2800" b="1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速率方程为</a:t>
            </a:r>
          </a:p>
        </p:txBody>
      </p:sp>
      <p:graphicFrame>
        <p:nvGraphicFramePr>
          <p:cNvPr id="87049" name="Object 9"/>
          <p:cNvGraphicFramePr>
            <a:graphicFrameLocks noChangeAspect="1"/>
          </p:cNvGraphicFramePr>
          <p:nvPr/>
        </p:nvGraphicFramePr>
        <p:xfrm>
          <a:off x="5508625" y="2103438"/>
          <a:ext cx="10414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7201" name="公式" r:id="rId16" imgW="517103" imgH="212366" progId="Equation.3">
                  <p:embed/>
                </p:oleObj>
              </mc:Choice>
              <mc:Fallback>
                <p:oleObj name="公式" r:id="rId16" imgW="517103" imgH="212366" progId="Equation.3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08625" y="2103438"/>
                        <a:ext cx="1041400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7050" name="Text Box 10"/>
          <p:cNvSpPr txBox="1">
            <a:spLocks noChangeArrowheads="1"/>
          </p:cNvSpPr>
          <p:nvPr/>
        </p:nvSpPr>
        <p:spPr bwMode="auto">
          <a:xfrm>
            <a:off x="0" y="3563938"/>
            <a:ext cx="2616200" cy="5222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sz="2800" b="1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(C)</a:t>
            </a:r>
            <a:r>
              <a:rPr lang="zh-CN" altLang="en-US" sz="2800" b="1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速率方程为</a:t>
            </a:r>
          </a:p>
        </p:txBody>
      </p:sp>
      <p:graphicFrame>
        <p:nvGraphicFramePr>
          <p:cNvPr id="87051" name="Object 11"/>
          <p:cNvGraphicFramePr>
            <a:graphicFrameLocks noChangeAspect="1"/>
          </p:cNvGraphicFramePr>
          <p:nvPr/>
        </p:nvGraphicFramePr>
        <p:xfrm>
          <a:off x="6851650" y="3903663"/>
          <a:ext cx="17526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7202" name="公式" r:id="rId18" imgW="870857" imgH="212366" progId="Equation.3">
                  <p:embed/>
                </p:oleObj>
              </mc:Choice>
              <mc:Fallback>
                <p:oleObj name="公式" r:id="rId18" imgW="870857" imgH="212366" progId="Equation.3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51650" y="3903663"/>
                        <a:ext cx="1752600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7052" name="Object 19"/>
          <p:cNvGraphicFramePr>
            <a:graphicFrameLocks noChangeAspect="1"/>
          </p:cNvGraphicFramePr>
          <p:nvPr/>
        </p:nvGraphicFramePr>
        <p:xfrm>
          <a:off x="2868613" y="1306513"/>
          <a:ext cx="2160587" cy="450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7203" name="公式" r:id="rId20" imgW="958112" imgH="196056" progId="Equation.3">
                  <p:embed/>
                </p:oleObj>
              </mc:Choice>
              <mc:Fallback>
                <p:oleObj name="公式" r:id="rId20" imgW="958112" imgH="196056" progId="Equation.3">
                  <p:embed/>
                  <p:pic>
                    <p:nvPicPr>
                      <p:cNvPr id="0" name="Object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68613" y="1306513"/>
                        <a:ext cx="2160587" cy="4508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7053" name="Object 20"/>
          <p:cNvGraphicFramePr>
            <a:graphicFrameLocks noChangeAspect="1"/>
          </p:cNvGraphicFramePr>
          <p:nvPr/>
        </p:nvGraphicFramePr>
        <p:xfrm>
          <a:off x="7164388" y="2103438"/>
          <a:ext cx="1316037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7204" name="公式" r:id="rId22" imgW="653058" imgH="223239" progId="Equation.3">
                  <p:embed/>
                </p:oleObj>
              </mc:Choice>
              <mc:Fallback>
                <p:oleObj name="公式" r:id="rId22" imgW="653058" imgH="223239" progId="Equation.3">
                  <p:embed/>
                  <p:pic>
                    <p:nvPicPr>
                      <p:cNvPr id="0" name="Object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64388" y="2103438"/>
                        <a:ext cx="1316037" cy="45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7054" name="Object 22"/>
          <p:cNvGraphicFramePr>
            <a:graphicFrameLocks noChangeAspect="1"/>
          </p:cNvGraphicFramePr>
          <p:nvPr/>
        </p:nvGraphicFramePr>
        <p:xfrm>
          <a:off x="5073650" y="4384675"/>
          <a:ext cx="1366838" cy="857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7205" name="公式" r:id="rId24" imgW="642236" imgH="402646" progId="Equation.3">
                  <p:embed/>
                </p:oleObj>
              </mc:Choice>
              <mc:Fallback>
                <p:oleObj name="公式" r:id="rId24" imgW="642236" imgH="402646" progId="Equation.3">
                  <p:embed/>
                  <p:pic>
                    <p:nvPicPr>
                      <p:cNvPr id="0" name="Object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73650" y="4384675"/>
                        <a:ext cx="1366838" cy="857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7055" name="Object 23"/>
          <p:cNvGraphicFramePr>
            <a:graphicFrameLocks noChangeAspect="1"/>
          </p:cNvGraphicFramePr>
          <p:nvPr/>
        </p:nvGraphicFramePr>
        <p:xfrm>
          <a:off x="7067550" y="4551363"/>
          <a:ext cx="1512888" cy="523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7206" name="公式" r:id="rId26" imgW="653058" imgH="223239" progId="Equation.3">
                  <p:embed/>
                </p:oleObj>
              </mc:Choice>
              <mc:Fallback>
                <p:oleObj name="公式" r:id="rId26" imgW="653058" imgH="223239" progId="Equation.3">
                  <p:embed/>
                  <p:pic>
                    <p:nvPicPr>
                      <p:cNvPr id="0" name="Object 2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67550" y="4551363"/>
                        <a:ext cx="1512888" cy="5238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7056" name="Object 24"/>
          <p:cNvGraphicFramePr>
            <a:graphicFrameLocks noChangeAspect="1"/>
          </p:cNvGraphicFramePr>
          <p:nvPr/>
        </p:nvGraphicFramePr>
        <p:xfrm>
          <a:off x="2916238" y="5343525"/>
          <a:ext cx="3871912" cy="889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7207" name="公式" r:id="rId28" imgW="1926708" imgH="440702" progId="Equation.3">
                  <p:embed/>
                </p:oleObj>
              </mc:Choice>
              <mc:Fallback>
                <p:oleObj name="公式" r:id="rId28" imgW="1926708" imgH="440702" progId="Equation.3">
                  <p:embed/>
                  <p:pic>
                    <p:nvPicPr>
                      <p:cNvPr id="0" name="Object 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16238" y="5343525"/>
                        <a:ext cx="3871912" cy="889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7057" name="AutoShape 25"/>
          <p:cNvSpPr>
            <a:spLocks noChangeArrowheads="1"/>
          </p:cNvSpPr>
          <p:nvPr/>
        </p:nvSpPr>
        <p:spPr bwMode="auto">
          <a:xfrm>
            <a:off x="2770188" y="2606675"/>
            <a:ext cx="4249737" cy="936625"/>
          </a:xfrm>
          <a:prstGeom prst="roundRect">
            <a:avLst>
              <a:gd name="adj" fmla="val 16667"/>
            </a:avLst>
          </a:prstGeom>
          <a:noFill/>
          <a:ln w="38100" cmpd="dbl">
            <a:solidFill>
              <a:srgbClr val="9933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 sz="2800"/>
          </a:p>
        </p:txBody>
      </p:sp>
      <p:sp>
        <p:nvSpPr>
          <p:cNvPr id="87058" name="AutoShape 26"/>
          <p:cNvSpPr>
            <a:spLocks noChangeArrowheads="1"/>
          </p:cNvSpPr>
          <p:nvPr/>
        </p:nvSpPr>
        <p:spPr bwMode="auto">
          <a:xfrm>
            <a:off x="2627313" y="5270500"/>
            <a:ext cx="4249737" cy="1050925"/>
          </a:xfrm>
          <a:prstGeom prst="roundRect">
            <a:avLst>
              <a:gd name="adj" fmla="val 16667"/>
            </a:avLst>
          </a:prstGeom>
          <a:noFill/>
          <a:ln w="38100" cmpd="dbl">
            <a:solidFill>
              <a:srgbClr val="9933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sp>
        <p:nvSpPr>
          <p:cNvPr id="87059" name="Line 27"/>
          <p:cNvSpPr>
            <a:spLocks noChangeShapeType="1"/>
          </p:cNvSpPr>
          <p:nvPr/>
        </p:nvSpPr>
        <p:spPr bwMode="auto">
          <a:xfrm>
            <a:off x="2616200" y="2352675"/>
            <a:ext cx="504825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7060" name="Line 28"/>
          <p:cNvSpPr>
            <a:spLocks noChangeShapeType="1"/>
          </p:cNvSpPr>
          <p:nvPr/>
        </p:nvSpPr>
        <p:spPr bwMode="auto">
          <a:xfrm>
            <a:off x="5003800" y="2352675"/>
            <a:ext cx="504825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7061" name="Line 30"/>
          <p:cNvSpPr>
            <a:spLocks noChangeShapeType="1"/>
          </p:cNvSpPr>
          <p:nvPr/>
        </p:nvSpPr>
        <p:spPr bwMode="auto">
          <a:xfrm>
            <a:off x="6516688" y="2392363"/>
            <a:ext cx="6477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7062" name="Line 31"/>
          <p:cNvSpPr>
            <a:spLocks noChangeShapeType="1"/>
          </p:cNvSpPr>
          <p:nvPr/>
        </p:nvSpPr>
        <p:spPr bwMode="auto">
          <a:xfrm>
            <a:off x="2746375" y="4191000"/>
            <a:ext cx="6477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7063" name="Line 32"/>
          <p:cNvSpPr>
            <a:spLocks noChangeShapeType="1"/>
          </p:cNvSpPr>
          <p:nvPr/>
        </p:nvSpPr>
        <p:spPr bwMode="auto">
          <a:xfrm>
            <a:off x="6059488" y="4191000"/>
            <a:ext cx="6477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7064" name="Line 33"/>
          <p:cNvSpPr>
            <a:spLocks noChangeShapeType="1"/>
          </p:cNvSpPr>
          <p:nvPr/>
        </p:nvSpPr>
        <p:spPr bwMode="auto">
          <a:xfrm>
            <a:off x="2425700" y="4845050"/>
            <a:ext cx="6477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7065" name="Line 34"/>
          <p:cNvSpPr>
            <a:spLocks noChangeShapeType="1"/>
          </p:cNvSpPr>
          <p:nvPr/>
        </p:nvSpPr>
        <p:spPr bwMode="auto">
          <a:xfrm>
            <a:off x="6346825" y="4838700"/>
            <a:ext cx="6477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87066" name="Object 35"/>
          <p:cNvGraphicFramePr>
            <a:graphicFrameLocks noChangeAspect="1"/>
          </p:cNvGraphicFramePr>
          <p:nvPr/>
        </p:nvGraphicFramePr>
        <p:xfrm>
          <a:off x="819150" y="4578350"/>
          <a:ext cx="1601788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7208" name="公式" r:id="rId30" imgW="794763" imgH="212366" progId="Equation.3">
                  <p:embed/>
                </p:oleObj>
              </mc:Choice>
              <mc:Fallback>
                <p:oleObj name="公式" r:id="rId30" imgW="794763" imgH="212366" progId="Equation.3">
                  <p:embed/>
                  <p:pic>
                    <p:nvPicPr>
                      <p:cNvPr id="0" name="Object 3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19150" y="4578350"/>
                        <a:ext cx="1601788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7067" name="Line 36"/>
          <p:cNvSpPr>
            <a:spLocks noChangeShapeType="1"/>
          </p:cNvSpPr>
          <p:nvPr/>
        </p:nvSpPr>
        <p:spPr bwMode="auto">
          <a:xfrm>
            <a:off x="4519613" y="4838700"/>
            <a:ext cx="6477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7385" name="Text Box 41"/>
          <p:cNvSpPr txBox="1">
            <a:spLocks noChangeArrowheads="1"/>
          </p:cNvSpPr>
          <p:nvPr/>
        </p:nvSpPr>
        <p:spPr bwMode="auto">
          <a:xfrm>
            <a:off x="555625" y="163513"/>
            <a:ext cx="7056438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ctr">
              <a:defRPr/>
            </a:pPr>
            <a:r>
              <a:rPr kumimoji="1" lang="zh-CN" altLang="en-US" sz="3200" b="1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</a:rPr>
              <a:t>各类反应的速率方程</a:t>
            </a:r>
            <a:r>
              <a:rPr kumimoji="1" lang="en-US" altLang="zh-CN" sz="3200" b="1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</a:rPr>
              <a:t>-</a:t>
            </a:r>
            <a:r>
              <a:rPr kumimoji="1" lang="zh-CN" altLang="en-US" sz="4000" b="1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</a:rPr>
              <a:t>二级反应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4755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28967132"/>
              </p:ext>
            </p:extLst>
          </p:nvPr>
        </p:nvGraphicFramePr>
        <p:xfrm>
          <a:off x="6084168" y="-98665"/>
          <a:ext cx="1224136" cy="102037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8987" name="公式" r:id="rId4" imgW="609480" imgH="507960" progId="Equation.3">
                  <p:embed/>
                </p:oleObj>
              </mc:Choice>
              <mc:Fallback>
                <p:oleObj name="公式" r:id="rId4" imgW="609480" imgH="507960" progId="Equation.3">
                  <p:embed/>
                  <p:pic>
                    <p:nvPicPr>
                      <p:cNvPr id="74755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84168" y="-98665"/>
                        <a:ext cx="1224136" cy="102037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74780" name="Text Box 28"/>
          <p:cNvSpPr txBox="1">
            <a:spLocks noChangeArrowheads="1"/>
          </p:cNvSpPr>
          <p:nvPr/>
        </p:nvSpPr>
        <p:spPr bwMode="auto">
          <a:xfrm>
            <a:off x="1088158" y="175471"/>
            <a:ext cx="4726187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algn="ctr"/>
            <a:r>
              <a:rPr kumimoji="1" lang="zh-CN" altLang="en-US" sz="3200" b="1" smtClean="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</a:rPr>
              <a:t>复杂反应</a:t>
            </a:r>
            <a:r>
              <a:rPr kumimoji="1" lang="en-US" altLang="zh-CN" sz="3200" b="1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:</a:t>
            </a:r>
            <a:r>
              <a:rPr kumimoji="1" lang="zh-CN" altLang="en-US" sz="3000" b="1" smtClean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</a:rPr>
              <a:t>一级</a:t>
            </a:r>
            <a:r>
              <a:rPr kumimoji="1" lang="zh-CN" altLang="en-US" sz="3000" b="1" smtClean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</a:rPr>
              <a:t>对峙反应</a:t>
            </a:r>
            <a:endParaRPr kumimoji="1" lang="zh-CN" altLang="en-US" sz="3000" b="1">
              <a:solidFill>
                <a:srgbClr val="FF000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sp>
        <p:nvSpPr>
          <p:cNvPr id="74782" name="Text Box 30"/>
          <p:cNvSpPr txBox="1">
            <a:spLocks noChangeArrowheads="1"/>
          </p:cNvSpPr>
          <p:nvPr/>
        </p:nvSpPr>
        <p:spPr bwMode="auto">
          <a:xfrm>
            <a:off x="1088158" y="1326143"/>
            <a:ext cx="1761977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zh-CN" altLang="en-US" sz="2800" b="1">
                <a:solidFill>
                  <a:srgbClr val="FF0000"/>
                </a:solidFill>
                <a:ea typeface="黑体" panose="02010609060101010101" pitchFamily="49" charset="-122"/>
              </a:rPr>
              <a:t>微分式：</a:t>
            </a:r>
          </a:p>
        </p:txBody>
      </p:sp>
      <p:sp>
        <p:nvSpPr>
          <p:cNvPr id="74783" name="Text Box 31"/>
          <p:cNvSpPr txBox="1">
            <a:spLocks noChangeArrowheads="1"/>
          </p:cNvSpPr>
          <p:nvPr/>
        </p:nvSpPr>
        <p:spPr bwMode="auto">
          <a:xfrm>
            <a:off x="1049313" y="2212859"/>
            <a:ext cx="1762646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zh-CN" altLang="en-US" sz="2800" b="1">
                <a:solidFill>
                  <a:srgbClr val="FF0000"/>
                </a:solidFill>
                <a:ea typeface="黑体" panose="02010609060101010101" pitchFamily="49" charset="-122"/>
              </a:rPr>
              <a:t>积分式：</a:t>
            </a:r>
          </a:p>
        </p:txBody>
      </p:sp>
      <p:graphicFrame>
        <p:nvGraphicFramePr>
          <p:cNvPr id="74784" name="Object 3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4029351"/>
              </p:ext>
            </p:extLst>
          </p:nvPr>
        </p:nvGraphicFramePr>
        <p:xfrm>
          <a:off x="3249942" y="2156433"/>
          <a:ext cx="2934928" cy="93917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8988" name="公式" r:id="rId6" imgW="1384200" imgH="444240" progId="Equation.3">
                  <p:embed/>
                </p:oleObj>
              </mc:Choice>
              <mc:Fallback>
                <p:oleObj name="公式" r:id="rId6" imgW="1384200" imgH="444240" progId="Equation.3">
                  <p:embed/>
                  <p:pic>
                    <p:nvPicPr>
                      <p:cNvPr id="74784" name="Object 3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49942" y="2156433"/>
                        <a:ext cx="2934928" cy="93917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4795" name="Object 4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96031370"/>
              </p:ext>
            </p:extLst>
          </p:nvPr>
        </p:nvGraphicFramePr>
        <p:xfrm>
          <a:off x="4786978" y="3224575"/>
          <a:ext cx="3072047" cy="103247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8989" name="公式" r:id="rId8" imgW="1320480" imgH="444240" progId="Equation.3">
                  <p:embed/>
                </p:oleObj>
              </mc:Choice>
              <mc:Fallback>
                <p:oleObj name="公式" r:id="rId8" imgW="1320480" imgH="444240" progId="Equation.3">
                  <p:embed/>
                  <p:pic>
                    <p:nvPicPr>
                      <p:cNvPr id="74795" name="Object 4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86978" y="3224575"/>
                        <a:ext cx="3072047" cy="103247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74796" name="Text Box 44"/>
          <p:cNvSpPr txBox="1">
            <a:spLocks noChangeArrowheads="1"/>
          </p:cNvSpPr>
          <p:nvPr/>
        </p:nvSpPr>
        <p:spPr bwMode="auto">
          <a:xfrm>
            <a:off x="960520" y="4855054"/>
            <a:ext cx="6871952" cy="9541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pPr algn="just" eaLnBrk="0" hangingPunct="0"/>
            <a:r>
              <a:rPr kumimoji="1" lang="zh-CN" altLang="en-US" sz="2800" b="1">
                <a:solidFill>
                  <a:srgbClr val="FF0000"/>
                </a:solidFill>
                <a:ea typeface="黑体" panose="02010609060101010101" pitchFamily="49" charset="-122"/>
              </a:rPr>
              <a:t>放热对峙反应特征</a:t>
            </a:r>
            <a:r>
              <a:rPr kumimoji="1" lang="en-US" altLang="zh-CN" sz="2800" b="1">
                <a:solidFill>
                  <a:srgbClr val="0000FF"/>
                </a:solidFill>
                <a:ea typeface="黑体" panose="02010609060101010101" pitchFamily="49" charset="-122"/>
              </a:rPr>
              <a:t>——</a:t>
            </a:r>
            <a:r>
              <a:rPr kumimoji="1" lang="zh-CN" altLang="en-US" sz="2800" b="1">
                <a:solidFill>
                  <a:srgbClr val="0000FF"/>
                </a:solidFill>
                <a:ea typeface="黑体" panose="02010609060101010101" pitchFamily="49" charset="-122"/>
              </a:rPr>
              <a:t>在确定的转化率下存在一个</a:t>
            </a:r>
            <a:r>
              <a:rPr kumimoji="1" lang="zh-CN" altLang="en-US" sz="2800" b="1">
                <a:solidFill>
                  <a:srgbClr val="FF0000"/>
                </a:solidFill>
                <a:ea typeface="黑体" panose="02010609060101010101" pitchFamily="49" charset="-122"/>
              </a:rPr>
              <a:t>最适宜温度</a:t>
            </a:r>
            <a:r>
              <a:rPr kumimoji="1" lang="zh-CN" altLang="en-US" sz="2800" b="1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黑体" panose="02010609060101010101" pitchFamily="49" charset="-122"/>
              </a:rPr>
              <a:t>。</a:t>
            </a:r>
          </a:p>
        </p:txBody>
      </p:sp>
      <p:graphicFrame>
        <p:nvGraphicFramePr>
          <p:cNvPr id="22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02742843"/>
              </p:ext>
            </p:extLst>
          </p:nvPr>
        </p:nvGraphicFramePr>
        <p:xfrm>
          <a:off x="448866" y="3556077"/>
          <a:ext cx="4168321" cy="47897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8990" name="Equation" r:id="rId10" imgW="1975747" imgH="174310" progId="Equation.3">
                  <p:embed/>
                </p:oleObj>
              </mc:Choice>
              <mc:Fallback>
                <p:oleObj name="Equation" r:id="rId10" imgW="1975747" imgH="174310" progId="Equation.3">
                  <p:embed/>
                  <p:pic>
                    <p:nvPicPr>
                      <p:cNvPr id="22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8866" y="3556077"/>
                        <a:ext cx="4168321" cy="47897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48234951"/>
              </p:ext>
            </p:extLst>
          </p:nvPr>
        </p:nvGraphicFramePr>
        <p:xfrm>
          <a:off x="2956204" y="1220713"/>
          <a:ext cx="4596050" cy="814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8991" name="Equation" r:id="rId12" imgW="2226012" imgH="348280" progId="Equation.3">
                  <p:embed/>
                </p:oleObj>
              </mc:Choice>
              <mc:Fallback>
                <p:oleObj name="Equation" r:id="rId12" imgW="2226012" imgH="348280" progId="Equation.3">
                  <p:embed/>
                  <p:pic>
                    <p:nvPicPr>
                      <p:cNvPr id="19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56204" y="1220713"/>
                        <a:ext cx="4596050" cy="8141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727069955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0114" name="Object 2"/>
          <p:cNvGraphicFramePr>
            <a:graphicFrameLocks noChangeAspect="1"/>
          </p:cNvGraphicFramePr>
          <p:nvPr/>
        </p:nvGraphicFramePr>
        <p:xfrm>
          <a:off x="1403350" y="1217613"/>
          <a:ext cx="2416175" cy="8112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0159" name="Equation" r:id="rId4" imgW="1202967" imgH="402646" progId="Equation.DSMT4">
                  <p:embed/>
                </p:oleObj>
              </mc:Choice>
              <mc:Fallback>
                <p:oleObj name="Equation" r:id="rId4" imgW="1202967" imgH="402646" progId="Equation.DSMT4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03350" y="1217613"/>
                        <a:ext cx="2416175" cy="8112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0115" name="Object 3"/>
          <p:cNvGraphicFramePr>
            <a:graphicFrameLocks noChangeAspect="1"/>
          </p:cNvGraphicFramePr>
          <p:nvPr/>
        </p:nvGraphicFramePr>
        <p:xfrm>
          <a:off x="3997325" y="1225550"/>
          <a:ext cx="3000375" cy="809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0160" name="Equation" r:id="rId6" imgW="1491449" imgH="402646" progId="Equation.DSMT4">
                  <p:embed/>
                </p:oleObj>
              </mc:Choice>
              <mc:Fallback>
                <p:oleObj name="Equation" r:id="rId6" imgW="1491449" imgH="402646" progId="Equation.DSMT4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97325" y="1225550"/>
                        <a:ext cx="3000375" cy="8096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0116" name="Object 4"/>
          <p:cNvGraphicFramePr>
            <a:graphicFrameLocks noChangeAspect="1"/>
          </p:cNvGraphicFramePr>
          <p:nvPr/>
        </p:nvGraphicFramePr>
        <p:xfrm>
          <a:off x="7011988" y="1268413"/>
          <a:ext cx="2079625" cy="8080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0161" name="公式" r:id="rId8" imgW="1034206" imgH="402646" progId="Equation.3">
                  <p:embed/>
                </p:oleObj>
              </mc:Choice>
              <mc:Fallback>
                <p:oleObj name="公式" r:id="rId8" imgW="1034206" imgH="402646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11988" y="1268413"/>
                        <a:ext cx="2079625" cy="8080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0117" name="Object 6"/>
          <p:cNvGraphicFramePr>
            <a:graphicFrameLocks noChangeAspect="1"/>
          </p:cNvGraphicFramePr>
          <p:nvPr/>
        </p:nvGraphicFramePr>
        <p:xfrm>
          <a:off x="4718050" y="325438"/>
          <a:ext cx="2511425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0162" name="公式" r:id="rId10" imgW="1240845" imgH="212366" progId="Equation.3">
                  <p:embed/>
                </p:oleObj>
              </mc:Choice>
              <mc:Fallback>
                <p:oleObj name="公式" r:id="rId10" imgW="1240845" imgH="212366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18050" y="325438"/>
                        <a:ext cx="2511425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9113" name="Text Box 25"/>
          <p:cNvSpPr txBox="1">
            <a:spLocks noChangeArrowheads="1"/>
          </p:cNvSpPr>
          <p:nvPr/>
        </p:nvSpPr>
        <p:spPr bwMode="auto">
          <a:xfrm>
            <a:off x="971550" y="187325"/>
            <a:ext cx="3332163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ctr">
              <a:defRPr/>
            </a:pPr>
            <a:r>
              <a:rPr kumimoji="1" lang="zh-CN" altLang="en-US" sz="3200" b="1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</a:rPr>
              <a:t>一级连串反应</a:t>
            </a:r>
          </a:p>
        </p:txBody>
      </p:sp>
      <p:sp>
        <p:nvSpPr>
          <p:cNvPr id="90119" name="Text Box 27"/>
          <p:cNvSpPr txBox="1">
            <a:spLocks noChangeArrowheads="1"/>
          </p:cNvSpPr>
          <p:nvPr/>
        </p:nvSpPr>
        <p:spPr bwMode="auto">
          <a:xfrm>
            <a:off x="0" y="1368425"/>
            <a:ext cx="2027238" cy="523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2800" b="1">
                <a:solidFill>
                  <a:srgbClr val="FF0000"/>
                </a:solidFill>
                <a:ea typeface="黑体" panose="02010609060101010101" pitchFamily="49" charset="-122"/>
              </a:rPr>
              <a:t>微分式：</a:t>
            </a:r>
          </a:p>
        </p:txBody>
      </p:sp>
      <p:pic>
        <p:nvPicPr>
          <p:cNvPr id="90120" name="Picture 29" descr="07-09"/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5788" y="3249613"/>
            <a:ext cx="3529012" cy="2674937"/>
          </a:xfrm>
          <a:prstGeom prst="rect">
            <a:avLst/>
          </a:prstGeom>
          <a:noFill/>
          <a:ln>
            <a:noFill/>
          </a:ln>
          <a:effectLst>
            <a:outerShdw dist="35921" dir="2700000" algn="ctr" rotWithShape="0">
              <a:srgbClr val="808080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0121" name="Text Box 30"/>
          <p:cNvSpPr txBox="1">
            <a:spLocks noChangeArrowheads="1"/>
          </p:cNvSpPr>
          <p:nvPr/>
        </p:nvSpPr>
        <p:spPr bwMode="auto">
          <a:xfrm>
            <a:off x="358775" y="2163763"/>
            <a:ext cx="7758113" cy="523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/>
            <a:r>
              <a:rPr kumimoji="1" lang="zh-CN" altLang="en-US" sz="2800" b="1">
                <a:solidFill>
                  <a:srgbClr val="FF0000"/>
                </a:solidFill>
                <a:ea typeface="黑体" panose="02010609060101010101" pitchFamily="49" charset="-122"/>
              </a:rPr>
              <a:t>特征</a:t>
            </a:r>
            <a:r>
              <a:rPr kumimoji="1" lang="en-US" altLang="en-US" sz="2800" b="1">
                <a:solidFill>
                  <a:srgbClr val="3333FF"/>
                </a:solidFill>
              </a:rPr>
              <a:t>—</a:t>
            </a:r>
            <a:r>
              <a:rPr kumimoji="1" lang="zh-CN" altLang="en-US" sz="2800" b="1">
                <a:solidFill>
                  <a:srgbClr val="0000FF"/>
                </a:solidFill>
                <a:ea typeface="黑体" panose="02010609060101010101" pitchFamily="49" charset="-122"/>
              </a:rPr>
              <a:t>中间产物在反应过程中出现</a:t>
            </a:r>
            <a:r>
              <a:rPr kumimoji="1" lang="zh-CN" altLang="en-US" sz="2800" b="1">
                <a:solidFill>
                  <a:srgbClr val="FF0000"/>
                </a:solidFill>
                <a:ea typeface="黑体" panose="02010609060101010101" pitchFamily="49" charset="-122"/>
              </a:rPr>
              <a:t>浓度极大值</a:t>
            </a:r>
            <a:r>
              <a:rPr kumimoji="1" lang="zh-CN" altLang="en-US" sz="2800" b="1">
                <a:solidFill>
                  <a:srgbClr val="0000FF"/>
                </a:solidFill>
                <a:ea typeface="黑体" panose="02010609060101010101" pitchFamily="49" charset="-122"/>
              </a:rPr>
              <a:t>。</a:t>
            </a:r>
          </a:p>
        </p:txBody>
      </p:sp>
      <p:pic>
        <p:nvPicPr>
          <p:cNvPr id="90122" name="Picture 9" descr="07-10"/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8350" y="3230563"/>
            <a:ext cx="3757613" cy="2713037"/>
          </a:xfrm>
          <a:prstGeom prst="rect">
            <a:avLst/>
          </a:prstGeom>
          <a:noFill/>
          <a:ln>
            <a:noFill/>
          </a:ln>
          <a:effectLst>
            <a:outerShdw dist="35921" dir="2700000" algn="ctr" rotWithShape="0">
              <a:srgbClr val="808080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1379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58574899"/>
              </p:ext>
            </p:extLst>
          </p:nvPr>
        </p:nvGraphicFramePr>
        <p:xfrm>
          <a:off x="4768056" y="1479551"/>
          <a:ext cx="1833563" cy="91092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0011" name="Equation" r:id="rId4" imgW="774360" imgH="406080" progId="Equation.DSMT4">
                  <p:embed/>
                </p:oleObj>
              </mc:Choice>
              <mc:Fallback>
                <p:oleObj name="Equation" r:id="rId4" imgW="774360" imgH="406080" progId="Equation.DSMT4">
                  <p:embed/>
                  <p:pic>
                    <p:nvPicPr>
                      <p:cNvPr id="101379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68056" y="1479551"/>
                        <a:ext cx="1833563" cy="91092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1380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57775025"/>
              </p:ext>
            </p:extLst>
          </p:nvPr>
        </p:nvGraphicFramePr>
        <p:xfrm>
          <a:off x="2054225" y="1479552"/>
          <a:ext cx="1797050" cy="95706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0012" name="Equation" r:id="rId6" imgW="761760" imgH="406080" progId="Equation.DSMT4">
                  <p:embed/>
                </p:oleObj>
              </mc:Choice>
              <mc:Fallback>
                <p:oleObj name="Equation" r:id="rId6" imgW="761760" imgH="406080" progId="Equation.DSMT4">
                  <p:embed/>
                  <p:pic>
                    <p:nvPicPr>
                      <p:cNvPr id="10138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54225" y="1479552"/>
                        <a:ext cx="1797050" cy="95706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1381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1147813"/>
              </p:ext>
            </p:extLst>
          </p:nvPr>
        </p:nvGraphicFramePr>
        <p:xfrm>
          <a:off x="1511089" y="2647753"/>
          <a:ext cx="2913062" cy="96957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0013" name="Equation" r:id="rId8" imgW="1231560" imgH="406080" progId="Equation.DSMT4">
                  <p:embed/>
                </p:oleObj>
              </mc:Choice>
              <mc:Fallback>
                <p:oleObj name="Equation" r:id="rId8" imgW="1231560" imgH="406080" progId="Equation.DSMT4">
                  <p:embed/>
                  <p:pic>
                    <p:nvPicPr>
                      <p:cNvPr id="101381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11089" y="2647753"/>
                        <a:ext cx="2913062" cy="96957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组合 1"/>
          <p:cNvGrpSpPr/>
          <p:nvPr/>
        </p:nvGrpSpPr>
        <p:grpSpPr>
          <a:xfrm>
            <a:off x="5220072" y="0"/>
            <a:ext cx="2470150" cy="1420813"/>
            <a:chOff x="179388" y="765175"/>
            <a:chExt cx="2470150" cy="1420813"/>
          </a:xfrm>
        </p:grpSpPr>
        <p:graphicFrame>
          <p:nvGraphicFramePr>
            <p:cNvPr id="101383" name="Object 7"/>
            <p:cNvGraphicFramePr>
              <a:graphicFrameLocks noChangeAspect="1"/>
            </p:cNvGraphicFramePr>
            <p:nvPr>
              <p:extLst/>
            </p:nvPr>
          </p:nvGraphicFramePr>
          <p:xfrm>
            <a:off x="179388" y="765175"/>
            <a:ext cx="2470150" cy="142081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70014" name="公式" r:id="rId10" imgW="1193760" imgH="685800" progId="Equation.3">
                    <p:embed/>
                  </p:oleObj>
                </mc:Choice>
                <mc:Fallback>
                  <p:oleObj name="公式" r:id="rId10" imgW="1193760" imgH="685800" progId="Equation.3">
                    <p:embed/>
                    <p:pic>
                      <p:nvPicPr>
                        <p:cNvPr id="101383" name="Object 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79388" y="765175"/>
                          <a:ext cx="2470150" cy="142081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2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01384" name="Line 8"/>
            <p:cNvSpPr>
              <a:spLocks noChangeShapeType="1"/>
            </p:cNvSpPr>
            <p:nvPr/>
          </p:nvSpPr>
          <p:spPr bwMode="auto">
            <a:xfrm>
              <a:off x="1206500" y="1057275"/>
              <a:ext cx="0" cy="990600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1385" name="Line 9"/>
            <p:cNvSpPr>
              <a:spLocks noChangeShapeType="1"/>
            </p:cNvSpPr>
            <p:nvPr/>
          </p:nvSpPr>
          <p:spPr bwMode="auto">
            <a:xfrm>
              <a:off x="538163" y="1504950"/>
              <a:ext cx="685800" cy="0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101402" name="Text Box 26"/>
          <p:cNvSpPr txBox="1">
            <a:spLocks noChangeArrowheads="1"/>
          </p:cNvSpPr>
          <p:nvPr/>
        </p:nvSpPr>
        <p:spPr bwMode="auto">
          <a:xfrm>
            <a:off x="1203275" y="231238"/>
            <a:ext cx="3600872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r>
              <a:rPr kumimoji="1" lang="zh-CN" altLang="en-US" sz="3200" b="1" smtClean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</a:rPr>
              <a:t>一级平行反应</a:t>
            </a:r>
            <a:endParaRPr kumimoji="1" lang="zh-CN" altLang="en-US" sz="3200" b="1">
              <a:solidFill>
                <a:srgbClr val="FF000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sp>
        <p:nvSpPr>
          <p:cNvPr id="101404" name="Text Box 28"/>
          <p:cNvSpPr txBox="1">
            <a:spLocks noChangeArrowheads="1"/>
          </p:cNvSpPr>
          <p:nvPr/>
        </p:nvSpPr>
        <p:spPr bwMode="auto">
          <a:xfrm>
            <a:off x="592361" y="1803204"/>
            <a:ext cx="2067150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zh-CN" altLang="en-US" sz="2800" b="1">
                <a:solidFill>
                  <a:srgbClr val="FF0000"/>
                </a:solidFill>
                <a:ea typeface="黑体" panose="02010609060101010101" pitchFamily="49" charset="-122"/>
              </a:rPr>
              <a:t>微分式：</a:t>
            </a:r>
          </a:p>
        </p:txBody>
      </p:sp>
      <p:sp>
        <p:nvSpPr>
          <p:cNvPr id="101406" name="Text Box 30"/>
          <p:cNvSpPr txBox="1">
            <a:spLocks noChangeArrowheads="1"/>
          </p:cNvSpPr>
          <p:nvPr/>
        </p:nvSpPr>
        <p:spPr bwMode="auto">
          <a:xfrm>
            <a:off x="592361" y="3935858"/>
            <a:ext cx="6675225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algn="just" eaLnBrk="0" hangingPunct="0"/>
            <a:r>
              <a:rPr kumimoji="1" lang="zh-CN" altLang="en-US" sz="2800" b="1">
                <a:solidFill>
                  <a:srgbClr val="FF0000"/>
                </a:solidFill>
                <a:ea typeface="黑体" panose="02010609060101010101" pitchFamily="49" charset="-122"/>
              </a:rPr>
              <a:t>特征</a:t>
            </a:r>
            <a:r>
              <a:rPr kumimoji="1" lang="en-US" altLang="en-US" sz="2800" b="1">
                <a:solidFill>
                  <a:srgbClr val="3333FF"/>
                </a:solidFill>
              </a:rPr>
              <a:t>—</a:t>
            </a:r>
            <a:r>
              <a:rPr kumimoji="1" lang="zh-CN" altLang="en-US" sz="2800" b="1">
                <a:solidFill>
                  <a:srgbClr val="0000FF"/>
                </a:solidFill>
                <a:ea typeface="黑体" panose="02010609060101010101" pitchFamily="49" charset="-122"/>
              </a:rPr>
              <a:t>产物浓度比等于反应速率系数比。</a:t>
            </a:r>
          </a:p>
        </p:txBody>
      </p:sp>
      <p:graphicFrame>
        <p:nvGraphicFramePr>
          <p:cNvPr id="101407" name="Object 3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12714463"/>
              </p:ext>
            </p:extLst>
          </p:nvPr>
        </p:nvGraphicFramePr>
        <p:xfrm>
          <a:off x="2659511" y="4777605"/>
          <a:ext cx="1439863" cy="11699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0015" name="公式" r:id="rId12" imgW="545760" imgH="444240" progId="Equation.3">
                  <p:embed/>
                </p:oleObj>
              </mc:Choice>
              <mc:Fallback>
                <p:oleObj name="公式" r:id="rId12" imgW="545760" imgH="444240" progId="Equation.3">
                  <p:embed/>
                  <p:pic>
                    <p:nvPicPr>
                      <p:cNvPr id="101407" name="Object 3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59511" y="4777605"/>
                        <a:ext cx="1439863" cy="11699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745302664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10" name="Text Box 6"/>
          <p:cNvSpPr txBox="1">
            <a:spLocks noChangeArrowheads="1"/>
          </p:cNvSpPr>
          <p:nvPr/>
        </p:nvSpPr>
        <p:spPr bwMode="auto">
          <a:xfrm>
            <a:off x="1446213" y="252413"/>
            <a:ext cx="4121150" cy="646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/>
            <a:r>
              <a:rPr kumimoji="1" lang="zh-CN" altLang="en-US" sz="3600" b="1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阿仑尼乌斯方程</a:t>
            </a:r>
            <a:endParaRPr kumimoji="1" lang="zh-CN" altLang="en-US" sz="3600"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sp>
        <p:nvSpPr>
          <p:cNvPr id="94211" name="Rectangle 7"/>
          <p:cNvSpPr>
            <a:spLocks noChangeArrowheads="1"/>
          </p:cNvSpPr>
          <p:nvPr/>
        </p:nvSpPr>
        <p:spPr bwMode="auto">
          <a:xfrm>
            <a:off x="900113" y="1185863"/>
            <a:ext cx="7129462" cy="100806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graphicFrame>
        <p:nvGraphicFramePr>
          <p:cNvPr id="94212" name="Object 9"/>
          <p:cNvGraphicFramePr>
            <a:graphicFrameLocks noChangeAspect="1"/>
          </p:cNvGraphicFramePr>
          <p:nvPr/>
        </p:nvGraphicFramePr>
        <p:xfrm>
          <a:off x="1008063" y="1665288"/>
          <a:ext cx="2303462" cy="996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4255" name="公式" r:id="rId4" imgW="936129" imgH="402646" progId="Equation.3">
                  <p:embed/>
                </p:oleObj>
              </mc:Choice>
              <mc:Fallback>
                <p:oleObj name="公式" r:id="rId4" imgW="936129" imgH="402646" progId="Equation.3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08063" y="1665288"/>
                        <a:ext cx="2303462" cy="9969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4213" name="Text Box 25"/>
          <p:cNvSpPr txBox="1">
            <a:spLocks noChangeArrowheads="1"/>
          </p:cNvSpPr>
          <p:nvPr/>
        </p:nvSpPr>
        <p:spPr bwMode="auto">
          <a:xfrm>
            <a:off x="8243888" y="6467475"/>
            <a:ext cx="79375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kumimoji="1" lang="zh-CN" altLang="en-US" sz="1200" b="1">
                <a:latin typeface="Times New Roman" panose="02020603050405020304" pitchFamily="18" charset="0"/>
                <a:ea typeface="黑体" panose="02010609060101010101" pitchFamily="49" charset="-122"/>
                <a:hlinkClick r:id="" action="ppaction://hlinkshowjump?jump=firstslide"/>
              </a:rPr>
              <a:t>返回章首</a:t>
            </a:r>
            <a:endParaRPr kumimoji="1" lang="zh-CN" altLang="en-US" sz="1200" b="1"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graphicFrame>
        <p:nvGraphicFramePr>
          <p:cNvPr id="94214" name="Object 7"/>
          <p:cNvGraphicFramePr>
            <a:graphicFrameLocks noChangeAspect="1"/>
          </p:cNvGraphicFramePr>
          <p:nvPr/>
        </p:nvGraphicFramePr>
        <p:xfrm>
          <a:off x="1570038" y="4514850"/>
          <a:ext cx="2687637" cy="647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4256" name="公式" r:id="rId6" imgW="881679" imgH="212366" progId="Equation.3">
                  <p:embed/>
                </p:oleObj>
              </mc:Choice>
              <mc:Fallback>
                <p:oleObj name="公式" r:id="rId6" imgW="881679" imgH="212366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70038" y="4514850"/>
                        <a:ext cx="2687637" cy="647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4215" name="Object 3"/>
          <p:cNvGraphicFramePr>
            <a:graphicFrameLocks noChangeAspect="1"/>
          </p:cNvGraphicFramePr>
          <p:nvPr/>
        </p:nvGraphicFramePr>
        <p:xfrm>
          <a:off x="1446213" y="3092450"/>
          <a:ext cx="3400425" cy="11191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4257" name="公式" r:id="rId8" imgW="1447821" imgH="473661" progId="Equation.3">
                  <p:embed/>
                </p:oleObj>
              </mc:Choice>
              <mc:Fallback>
                <p:oleObj name="公式" r:id="rId8" imgW="1447821" imgH="473661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46213" y="3092450"/>
                        <a:ext cx="3400425" cy="11191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4216" name="Object 6"/>
          <p:cNvGraphicFramePr>
            <a:graphicFrameLocks noChangeAspect="1"/>
          </p:cNvGraphicFramePr>
          <p:nvPr/>
        </p:nvGraphicFramePr>
        <p:xfrm>
          <a:off x="4167188" y="1711325"/>
          <a:ext cx="4473575" cy="950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4258" name="Equation" r:id="rId10" imgW="2024785" imgH="424392" progId="Equation.3">
                  <p:embed/>
                </p:oleObj>
              </mc:Choice>
              <mc:Fallback>
                <p:oleObj name="Equation" r:id="rId10" imgW="2024785" imgH="424392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67188" y="1711325"/>
                        <a:ext cx="4473575" cy="9509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4217" name="文本框 1"/>
          <p:cNvSpPr txBox="1">
            <a:spLocks noChangeArrowheads="1"/>
          </p:cNvSpPr>
          <p:nvPr/>
        </p:nvSpPr>
        <p:spPr bwMode="auto">
          <a:xfrm>
            <a:off x="1446213" y="5516563"/>
            <a:ext cx="2811462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2800" b="1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Ea</a:t>
            </a:r>
            <a:r>
              <a:rPr lang="zh-CN" altLang="en-US" sz="2800" b="1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看作常数</a:t>
            </a:r>
          </a:p>
        </p:txBody>
      </p:sp>
      <p:sp>
        <p:nvSpPr>
          <p:cNvPr id="3" name="左大括号 2"/>
          <p:cNvSpPr/>
          <p:nvPr/>
        </p:nvSpPr>
        <p:spPr>
          <a:xfrm>
            <a:off x="1042988" y="3405188"/>
            <a:ext cx="107950" cy="1584325"/>
          </a:xfrm>
          <a:prstGeom prst="leftBrac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6258" name="Object 2"/>
          <p:cNvGraphicFramePr>
            <a:graphicFrameLocks noChangeAspect="1"/>
          </p:cNvGraphicFramePr>
          <p:nvPr/>
        </p:nvGraphicFramePr>
        <p:xfrm>
          <a:off x="4738688" y="3862388"/>
          <a:ext cx="112712" cy="2143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6292" name="公式" r:id="rId4" imgW="114151" imgH="215619" progId="Equation.3">
                  <p:embed/>
                </p:oleObj>
              </mc:Choice>
              <mc:Fallback>
                <p:oleObj name="公式" r:id="rId4" imgW="114151" imgH="215619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38688" y="3862388"/>
                        <a:ext cx="112712" cy="2143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6259" name="Text Box 3"/>
          <p:cNvSpPr txBox="1">
            <a:spLocks noChangeArrowheads="1"/>
          </p:cNvSpPr>
          <p:nvPr/>
        </p:nvSpPr>
        <p:spPr bwMode="auto">
          <a:xfrm>
            <a:off x="1627188" y="3641725"/>
            <a:ext cx="7119937" cy="16430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20000"/>
              </a:lnSpc>
            </a:pPr>
            <a:r>
              <a:rPr kumimoji="1" lang="en-US" altLang="zh-CN" sz="2800" b="1" i="1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Y</a:t>
            </a:r>
            <a:r>
              <a:rPr kumimoji="1" lang="en-US" altLang="zh-CN" sz="2800" b="1" baseline="-25000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0</a:t>
            </a:r>
            <a:r>
              <a:rPr kumimoji="1" lang="en-US" altLang="zh-CN" sz="2800" b="1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 — </a:t>
            </a:r>
            <a:r>
              <a:rPr kumimoji="1" lang="en-US" altLang="zh-CN" sz="2800" b="1" i="1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t</a:t>
            </a:r>
            <a:r>
              <a:rPr kumimoji="1" lang="en-US" altLang="zh-CN" sz="2800" b="1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=0</a:t>
            </a:r>
            <a:r>
              <a:rPr kumimoji="1" lang="zh-CN" altLang="en-US" sz="2800" b="1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时，</a:t>
            </a:r>
            <a:r>
              <a:rPr kumimoji="1" lang="en-US" altLang="zh-CN" sz="2800" b="1" i="1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Y</a:t>
            </a:r>
            <a:r>
              <a:rPr kumimoji="1" lang="zh-CN" altLang="en-US" sz="2800" b="1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的值；</a:t>
            </a:r>
          </a:p>
          <a:p>
            <a:pPr>
              <a:lnSpc>
                <a:spcPct val="120000"/>
              </a:lnSpc>
            </a:pPr>
            <a:r>
              <a:rPr kumimoji="1" lang="en-US" altLang="zh-CN" sz="2800" b="1" i="1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Y</a:t>
            </a:r>
            <a:r>
              <a:rPr kumimoji="1" lang="en-US" altLang="zh-CN" sz="2800" b="1" i="1" baseline="-25000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t</a:t>
            </a:r>
            <a:r>
              <a:rPr kumimoji="1" lang="en-US" altLang="zh-CN" sz="2800" b="1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 — </a:t>
            </a:r>
            <a:r>
              <a:rPr kumimoji="1" lang="en-US" altLang="zh-CN" sz="2800" b="1" i="1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t=t </a:t>
            </a:r>
            <a:r>
              <a:rPr kumimoji="1" lang="zh-CN" altLang="en-US" sz="2800" b="1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时，</a:t>
            </a:r>
            <a:r>
              <a:rPr kumimoji="1" lang="en-US" altLang="zh-CN" sz="2800" b="1" i="1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Y</a:t>
            </a:r>
            <a:r>
              <a:rPr kumimoji="1" lang="zh-CN" altLang="en-US" sz="2800" b="1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的值；</a:t>
            </a:r>
          </a:p>
          <a:p>
            <a:pPr>
              <a:lnSpc>
                <a:spcPct val="120000"/>
              </a:lnSpc>
            </a:pPr>
            <a:r>
              <a:rPr kumimoji="1" lang="en-US" altLang="zh-CN" sz="2800" b="1" i="1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Y</a:t>
            </a:r>
            <a:r>
              <a:rPr kumimoji="1" lang="en-US" altLang="en-US" sz="2800" b="1" baseline="-25000">
                <a:solidFill>
                  <a:srgbClr val="0000FF"/>
                </a:solidFill>
              </a:rPr>
              <a:t>∞</a:t>
            </a:r>
            <a:r>
              <a:rPr kumimoji="1" lang="en-US" altLang="zh-CN" sz="2800" b="1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 — </a:t>
            </a:r>
            <a:r>
              <a:rPr kumimoji="1" lang="en-US" altLang="zh-CN" sz="2800" b="1" i="1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t</a:t>
            </a:r>
            <a:r>
              <a:rPr kumimoji="1" lang="en-US" altLang="zh-CN" sz="2800" b="1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= </a:t>
            </a:r>
            <a:r>
              <a:rPr kumimoji="1" lang="en-US" altLang="en-US" sz="2800" b="1">
                <a:solidFill>
                  <a:srgbClr val="0000FF"/>
                </a:solidFill>
              </a:rPr>
              <a:t>∞</a:t>
            </a:r>
            <a:r>
              <a:rPr kumimoji="1" lang="zh-CN" altLang="en-US" sz="2800" b="1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时，</a:t>
            </a:r>
            <a:r>
              <a:rPr kumimoji="1" lang="en-US" altLang="zh-CN" sz="2800" b="1" i="1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Y</a:t>
            </a:r>
            <a:r>
              <a:rPr kumimoji="1" lang="zh-CN" altLang="en-US" sz="2800" b="1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的值，反应物完全消耗完。</a:t>
            </a:r>
          </a:p>
        </p:txBody>
      </p:sp>
      <p:sp>
        <p:nvSpPr>
          <p:cNvPr id="96260" name="Rectangle 7"/>
          <p:cNvSpPr>
            <a:spLocks noChangeArrowheads="1"/>
          </p:cNvSpPr>
          <p:nvPr/>
        </p:nvSpPr>
        <p:spPr bwMode="auto">
          <a:xfrm>
            <a:off x="706438" y="1311275"/>
            <a:ext cx="8064500" cy="5222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kumimoji="1" lang="zh-CN" altLang="en-US" sz="2800" b="1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以物理性质的测定代替对样品浓度的化学分析。</a:t>
            </a:r>
            <a:endParaRPr lang="zh-CN" altLang="en-US" sz="2800">
              <a:solidFill>
                <a:srgbClr val="0000FF"/>
              </a:solidFill>
            </a:endParaRPr>
          </a:p>
        </p:txBody>
      </p:sp>
      <p:graphicFrame>
        <p:nvGraphicFramePr>
          <p:cNvPr id="96261" name="Object 9"/>
          <p:cNvGraphicFramePr>
            <a:graphicFrameLocks noChangeAspect="1"/>
          </p:cNvGraphicFramePr>
          <p:nvPr/>
        </p:nvGraphicFramePr>
        <p:xfrm>
          <a:off x="6380163" y="2098675"/>
          <a:ext cx="2152650" cy="974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6293" name="公式" r:id="rId6" imgW="974345" imgH="440702" progId="Equation.3">
                  <p:embed/>
                </p:oleObj>
              </mc:Choice>
              <mc:Fallback>
                <p:oleObj name="公式" r:id="rId6" imgW="974345" imgH="440702" progId="Equation.3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80163" y="2098675"/>
                        <a:ext cx="2152650" cy="9747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6262" name="AutoShape 10"/>
          <p:cNvSpPr>
            <a:spLocks noChangeArrowheads="1"/>
          </p:cNvSpPr>
          <p:nvPr/>
        </p:nvSpPr>
        <p:spPr bwMode="auto">
          <a:xfrm>
            <a:off x="582613" y="1960563"/>
            <a:ext cx="8424862" cy="1368425"/>
          </a:xfrm>
          <a:prstGeom prst="roundRect">
            <a:avLst>
              <a:gd name="adj" fmla="val 16667"/>
            </a:avLst>
          </a:prstGeom>
          <a:noFill/>
          <a:ln w="38100" cmpd="dbl">
            <a:solidFill>
              <a:srgbClr val="9933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 sz="2800"/>
          </a:p>
        </p:txBody>
      </p:sp>
      <p:graphicFrame>
        <p:nvGraphicFramePr>
          <p:cNvPr id="96263" name="Object 11"/>
          <p:cNvGraphicFramePr>
            <a:graphicFrameLocks noChangeAspect="1"/>
          </p:cNvGraphicFramePr>
          <p:nvPr/>
        </p:nvGraphicFramePr>
        <p:xfrm>
          <a:off x="835025" y="2098675"/>
          <a:ext cx="5364163" cy="974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6294" name="公式" r:id="rId8" imgW="2432989" imgH="440702" progId="Equation.3">
                  <p:embed/>
                </p:oleObj>
              </mc:Choice>
              <mc:Fallback>
                <p:oleObj name="公式" r:id="rId8" imgW="2432989" imgH="440702" progId="Equation.3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5025" y="2098675"/>
                        <a:ext cx="5364163" cy="9747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98006" name="Text Box 22"/>
          <p:cNvSpPr txBox="1">
            <a:spLocks noChangeArrowheads="1"/>
          </p:cNvSpPr>
          <p:nvPr/>
        </p:nvSpPr>
        <p:spPr bwMode="auto">
          <a:xfrm>
            <a:off x="323850" y="188913"/>
            <a:ext cx="8208963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ctr">
              <a:defRPr/>
            </a:pPr>
            <a:r>
              <a:rPr kumimoji="1" lang="zh-CN" altLang="en-US" sz="4000" b="1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</a:rPr>
              <a:t>物理化学分析方法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Text Box 2"/>
          <p:cNvSpPr txBox="1">
            <a:spLocks noChangeArrowheads="1"/>
          </p:cNvSpPr>
          <p:nvPr/>
        </p:nvSpPr>
        <p:spPr bwMode="auto">
          <a:xfrm>
            <a:off x="611188" y="1196975"/>
            <a:ext cx="360045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/>
            <a:r>
              <a:rPr kumimoji="1" lang="en-US" altLang="zh-CN" sz="2800" b="1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1.</a:t>
            </a:r>
            <a:r>
              <a:rPr kumimoji="1" lang="zh-CN" altLang="en-US" sz="2800" b="1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积分法（尝试法）</a:t>
            </a:r>
          </a:p>
        </p:txBody>
      </p:sp>
      <p:sp>
        <p:nvSpPr>
          <p:cNvPr id="98307" name="Text Box 16"/>
          <p:cNvSpPr txBox="1">
            <a:spLocks noChangeArrowheads="1"/>
          </p:cNvSpPr>
          <p:nvPr/>
        </p:nvSpPr>
        <p:spPr bwMode="auto">
          <a:xfrm>
            <a:off x="1422400" y="1709738"/>
            <a:ext cx="1690688" cy="523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/>
            <a:r>
              <a:rPr kumimoji="1" lang="zh-CN" altLang="en-US" sz="2800" b="1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零级反应</a:t>
            </a:r>
            <a:endParaRPr kumimoji="1" lang="zh-CN" altLang="en-US" sz="2800">
              <a:solidFill>
                <a:srgbClr val="FF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98308" name="Text Box 17"/>
          <p:cNvSpPr txBox="1">
            <a:spLocks noChangeArrowheads="1"/>
          </p:cNvSpPr>
          <p:nvPr/>
        </p:nvSpPr>
        <p:spPr bwMode="auto">
          <a:xfrm>
            <a:off x="1422400" y="2247900"/>
            <a:ext cx="1755775" cy="523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/>
            <a:r>
              <a:rPr kumimoji="1" lang="zh-CN" altLang="en-US" sz="2800" b="1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一级反应</a:t>
            </a:r>
            <a:endParaRPr kumimoji="1" lang="zh-CN" altLang="en-US" sz="2800">
              <a:solidFill>
                <a:srgbClr val="FF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98309" name="Text Box 18"/>
          <p:cNvSpPr txBox="1">
            <a:spLocks noChangeArrowheads="1"/>
          </p:cNvSpPr>
          <p:nvPr/>
        </p:nvSpPr>
        <p:spPr bwMode="auto">
          <a:xfrm>
            <a:off x="1422400" y="2824163"/>
            <a:ext cx="1819275" cy="523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/>
            <a:r>
              <a:rPr kumimoji="1" lang="zh-CN" altLang="en-US" sz="2800" b="1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二级反应</a:t>
            </a:r>
            <a:endParaRPr kumimoji="1" lang="zh-CN" altLang="en-US" sz="2800">
              <a:solidFill>
                <a:srgbClr val="FF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98310" name="Text Box 20"/>
          <p:cNvSpPr txBox="1">
            <a:spLocks noChangeArrowheads="1"/>
          </p:cNvSpPr>
          <p:nvPr/>
        </p:nvSpPr>
        <p:spPr bwMode="auto">
          <a:xfrm>
            <a:off x="4751388" y="1811338"/>
            <a:ext cx="2054225" cy="523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/>
            <a:r>
              <a:rPr kumimoji="1" lang="zh-CN" altLang="en-US" sz="2800" b="1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对</a:t>
            </a:r>
            <a:r>
              <a:rPr kumimoji="1" lang="zh-CN" altLang="en-US" sz="2800" b="1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kumimoji="1" lang="en-US" altLang="zh-CN" sz="2800" b="1" i="1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t</a:t>
            </a:r>
            <a:r>
              <a:rPr kumimoji="1" lang="en-US" altLang="zh-CN" sz="2800" b="1" i="1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kumimoji="1" lang="zh-CN" altLang="en-US" sz="2800" b="1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作图</a:t>
            </a:r>
            <a:endParaRPr kumimoji="1" lang="zh-CN" altLang="en-US" sz="2800">
              <a:solidFill>
                <a:schemeClr val="bg1"/>
              </a:solidFill>
              <a:latin typeface="Times New Roman" panose="02020603050405020304" pitchFamily="18" charset="0"/>
            </a:endParaRPr>
          </a:p>
        </p:txBody>
      </p:sp>
      <p:graphicFrame>
        <p:nvGraphicFramePr>
          <p:cNvPr id="98311" name="Object 21"/>
          <p:cNvGraphicFramePr>
            <a:graphicFrameLocks noChangeAspect="1"/>
          </p:cNvGraphicFramePr>
          <p:nvPr/>
        </p:nvGraphicFramePr>
        <p:xfrm>
          <a:off x="3344863" y="1700213"/>
          <a:ext cx="442912" cy="539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8378" name="公式" r:id="rId4" imgW="184994" imgH="212366" progId="Equation.3">
                  <p:embed/>
                </p:oleObj>
              </mc:Choice>
              <mc:Fallback>
                <p:oleObj name="公式" r:id="rId4" imgW="184994" imgH="212366" progId="Equation.3">
                  <p:embed/>
                  <p:pic>
                    <p:nvPicPr>
                      <p:cNvPr id="0" name="Object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44863" y="1700213"/>
                        <a:ext cx="442912" cy="539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8312" name="Object 22"/>
          <p:cNvGraphicFramePr>
            <a:graphicFrameLocks noChangeAspect="1"/>
          </p:cNvGraphicFramePr>
          <p:nvPr/>
        </p:nvGraphicFramePr>
        <p:xfrm>
          <a:off x="3216275" y="2408238"/>
          <a:ext cx="898525" cy="4841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8379" name="公式" r:id="rId6" imgW="424437" imgH="212366" progId="Equation.3">
                  <p:embed/>
                </p:oleObj>
              </mc:Choice>
              <mc:Fallback>
                <p:oleObj name="公式" r:id="rId6" imgW="424437" imgH="212366" progId="Equation.3">
                  <p:embed/>
                  <p:pic>
                    <p:nvPicPr>
                      <p:cNvPr id="0" name="Object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16275" y="2408238"/>
                        <a:ext cx="898525" cy="4841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8313" name="Object 23"/>
          <p:cNvGraphicFramePr>
            <a:graphicFrameLocks noChangeAspect="1"/>
          </p:cNvGraphicFramePr>
          <p:nvPr/>
        </p:nvGraphicFramePr>
        <p:xfrm>
          <a:off x="3216275" y="2989263"/>
          <a:ext cx="706438" cy="4810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8380" name="公式" r:id="rId8" imgW="337521" imgH="212366" progId="Equation.3">
                  <p:embed/>
                </p:oleObj>
              </mc:Choice>
              <mc:Fallback>
                <p:oleObj name="公式" r:id="rId8" imgW="337521" imgH="212366" progId="Equation.3">
                  <p:embed/>
                  <p:pic>
                    <p:nvPicPr>
                      <p:cNvPr id="0" name="Object 2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16275" y="2989263"/>
                        <a:ext cx="706438" cy="4810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8314" name="AutoShape 25"/>
          <p:cNvSpPr>
            <a:spLocks/>
          </p:cNvSpPr>
          <p:nvPr/>
        </p:nvSpPr>
        <p:spPr bwMode="auto">
          <a:xfrm flipH="1">
            <a:off x="4319588" y="1844675"/>
            <a:ext cx="385762" cy="1439863"/>
          </a:xfrm>
          <a:prstGeom prst="leftBrace">
            <a:avLst>
              <a:gd name="adj1" fmla="val 31104"/>
              <a:gd name="adj2" fmla="val 50000"/>
            </a:avLst>
          </a:prstGeom>
          <a:noFill/>
          <a:ln w="12700">
            <a:solidFill>
              <a:srgbClr val="000000"/>
            </a:solidFill>
            <a:round/>
            <a:headEnd/>
            <a:tailEnd/>
          </a:ln>
          <a:effectLst>
            <a:prstShdw prst="shdw17" dist="17961" dir="2700000">
              <a:srgbClr val="000000"/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 sz="2800"/>
          </a:p>
        </p:txBody>
      </p:sp>
      <p:sp>
        <p:nvSpPr>
          <p:cNvPr id="98315" name="AutoShape 26"/>
          <p:cNvSpPr>
            <a:spLocks noChangeArrowheads="1"/>
          </p:cNvSpPr>
          <p:nvPr/>
        </p:nvSpPr>
        <p:spPr bwMode="auto">
          <a:xfrm>
            <a:off x="1295400" y="1776413"/>
            <a:ext cx="5832475" cy="1724025"/>
          </a:xfrm>
          <a:prstGeom prst="roundRect">
            <a:avLst>
              <a:gd name="adj" fmla="val 16667"/>
            </a:avLst>
          </a:prstGeom>
          <a:noFill/>
          <a:ln w="38100" cmpd="dbl">
            <a:solidFill>
              <a:srgbClr val="9933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 sz="2800"/>
          </a:p>
        </p:txBody>
      </p:sp>
      <p:sp>
        <p:nvSpPr>
          <p:cNvPr id="276514" name="Text Box 34"/>
          <p:cNvSpPr txBox="1">
            <a:spLocks noChangeArrowheads="1"/>
          </p:cNvSpPr>
          <p:nvPr/>
        </p:nvSpPr>
        <p:spPr bwMode="auto">
          <a:xfrm>
            <a:off x="-1092200" y="115888"/>
            <a:ext cx="8208963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ctr">
              <a:defRPr/>
            </a:pPr>
            <a:r>
              <a:rPr kumimoji="1" lang="zh-CN" altLang="en-US" sz="4000" b="1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</a:rPr>
              <a:t>动力学数据处理</a:t>
            </a:r>
          </a:p>
        </p:txBody>
      </p:sp>
      <p:sp>
        <p:nvSpPr>
          <p:cNvPr id="98317" name="Text Box 46"/>
          <p:cNvSpPr txBox="1">
            <a:spLocks noChangeArrowheads="1"/>
          </p:cNvSpPr>
          <p:nvPr/>
        </p:nvSpPr>
        <p:spPr bwMode="auto">
          <a:xfrm>
            <a:off x="4822825" y="2747963"/>
            <a:ext cx="2054225" cy="523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/>
            <a:r>
              <a:rPr kumimoji="1" lang="zh-CN" altLang="en-US" sz="2800" b="1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或者计算</a:t>
            </a:r>
            <a:r>
              <a:rPr kumimoji="1" lang="zh-CN" altLang="en-US" sz="2800" b="1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kumimoji="1" lang="en-US" altLang="zh-CN" sz="2800" b="1" i="1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k</a:t>
            </a:r>
            <a:endParaRPr kumimoji="1" lang="en-US" altLang="zh-CN" sz="2800">
              <a:solidFill>
                <a:schemeClr val="bg1"/>
              </a:solidFill>
              <a:latin typeface="Times New Roman" panose="02020603050405020304" pitchFamily="18" charset="0"/>
            </a:endParaRPr>
          </a:p>
        </p:txBody>
      </p:sp>
      <p:graphicFrame>
        <p:nvGraphicFramePr>
          <p:cNvPr id="98318" name="Object 4"/>
          <p:cNvGraphicFramePr>
            <a:graphicFrameLocks noChangeAspect="1"/>
          </p:cNvGraphicFramePr>
          <p:nvPr/>
        </p:nvGraphicFramePr>
        <p:xfrm>
          <a:off x="3455988" y="3717925"/>
          <a:ext cx="4178300" cy="911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8381" name="公式" r:id="rId10" imgW="2024785" imgH="440702" progId="Equation.3">
                  <p:embed/>
                </p:oleObj>
              </mc:Choice>
              <mc:Fallback>
                <p:oleObj name="公式" r:id="rId10" imgW="2024785" imgH="440702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55988" y="3717925"/>
                        <a:ext cx="4178300" cy="9112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" name="Text Box 5"/>
          <p:cNvSpPr txBox="1">
            <a:spLocks noChangeArrowheads="1"/>
          </p:cNvSpPr>
          <p:nvPr/>
        </p:nvSpPr>
        <p:spPr bwMode="auto">
          <a:xfrm>
            <a:off x="1282700" y="3948113"/>
            <a:ext cx="1627188" cy="523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algn="just">
              <a:defRPr/>
            </a:pPr>
            <a:r>
              <a:rPr kumimoji="1" lang="zh-CN" altLang="en-US" sz="2800" b="1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</a:rPr>
              <a:t>零级反应</a:t>
            </a:r>
          </a:p>
        </p:txBody>
      </p:sp>
      <p:sp>
        <p:nvSpPr>
          <p:cNvPr id="27" name="Text Box 6"/>
          <p:cNvSpPr txBox="1">
            <a:spLocks noChangeArrowheads="1"/>
          </p:cNvSpPr>
          <p:nvPr/>
        </p:nvSpPr>
        <p:spPr bwMode="auto">
          <a:xfrm>
            <a:off x="1212850" y="4827588"/>
            <a:ext cx="1627188" cy="5222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algn="just">
              <a:defRPr/>
            </a:pPr>
            <a:r>
              <a:rPr kumimoji="1" lang="zh-CN" altLang="en-US" sz="2800" b="1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</a:rPr>
              <a:t>一级反应</a:t>
            </a:r>
          </a:p>
        </p:txBody>
      </p:sp>
      <p:graphicFrame>
        <p:nvGraphicFramePr>
          <p:cNvPr id="98321" name="Object 7"/>
          <p:cNvGraphicFramePr>
            <a:graphicFrameLocks noChangeAspect="1"/>
          </p:cNvGraphicFramePr>
          <p:nvPr/>
        </p:nvGraphicFramePr>
        <p:xfrm>
          <a:off x="3455988" y="4691063"/>
          <a:ext cx="4178300" cy="8683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8382" name="公式" r:id="rId12" imgW="2128273" imgH="440702" progId="Equation.3">
                  <p:embed/>
                </p:oleObj>
              </mc:Choice>
              <mc:Fallback>
                <p:oleObj name="公式" r:id="rId12" imgW="2128273" imgH="440702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55988" y="4691063"/>
                        <a:ext cx="4178300" cy="8683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8322" name="Object 8"/>
          <p:cNvGraphicFramePr>
            <a:graphicFrameLocks noChangeAspect="1"/>
          </p:cNvGraphicFramePr>
          <p:nvPr/>
        </p:nvGraphicFramePr>
        <p:xfrm>
          <a:off x="3455988" y="5484813"/>
          <a:ext cx="4643437" cy="9255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8383" name="公式" r:id="rId14" imgW="2215190" imgH="440702" progId="Equation.3">
                  <p:embed/>
                </p:oleObj>
              </mc:Choice>
              <mc:Fallback>
                <p:oleObj name="公式" r:id="rId14" imgW="2215190" imgH="440702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55988" y="5484813"/>
                        <a:ext cx="4643437" cy="9255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" name="Text Box 9"/>
          <p:cNvSpPr txBox="1">
            <a:spLocks noChangeArrowheads="1"/>
          </p:cNvSpPr>
          <p:nvPr/>
        </p:nvSpPr>
        <p:spPr bwMode="auto">
          <a:xfrm>
            <a:off x="1192213" y="5686425"/>
            <a:ext cx="1627187" cy="523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algn="just">
              <a:defRPr/>
            </a:pPr>
            <a:r>
              <a:rPr kumimoji="1" lang="zh-CN" altLang="en-US" sz="2800" b="1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</a:rPr>
              <a:t>二级反应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14" name="Text Box 34"/>
          <p:cNvSpPr txBox="1">
            <a:spLocks noChangeArrowheads="1"/>
          </p:cNvSpPr>
          <p:nvPr/>
        </p:nvSpPr>
        <p:spPr bwMode="auto">
          <a:xfrm>
            <a:off x="-1044575" y="188913"/>
            <a:ext cx="8208963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ctr">
              <a:defRPr/>
            </a:pPr>
            <a:r>
              <a:rPr kumimoji="1" lang="zh-CN" altLang="en-US" sz="4000" b="1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</a:rPr>
              <a:t>动力学数据处理</a:t>
            </a:r>
          </a:p>
        </p:txBody>
      </p:sp>
      <p:graphicFrame>
        <p:nvGraphicFramePr>
          <p:cNvPr id="100355" name="Object 36"/>
          <p:cNvGraphicFramePr>
            <a:graphicFrameLocks noChangeAspect="1"/>
          </p:cNvGraphicFramePr>
          <p:nvPr/>
        </p:nvGraphicFramePr>
        <p:xfrm>
          <a:off x="1079500" y="2060575"/>
          <a:ext cx="2771775" cy="5159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0419" name="公式" r:id="rId4" imgW="1377138" imgH="223239" progId="Equation.3">
                  <p:embed/>
                </p:oleObj>
              </mc:Choice>
              <mc:Fallback>
                <p:oleObj name="公式" r:id="rId4" imgW="1377138" imgH="223239" progId="Equation.3">
                  <p:embed/>
                  <p:pic>
                    <p:nvPicPr>
                      <p:cNvPr id="0" name="Object 3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79500" y="2060575"/>
                        <a:ext cx="2771775" cy="5159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0356" name="Object 37"/>
          <p:cNvGraphicFramePr>
            <a:graphicFrameLocks noChangeAspect="1"/>
          </p:cNvGraphicFramePr>
          <p:nvPr/>
        </p:nvGraphicFramePr>
        <p:xfrm>
          <a:off x="4392613" y="2132013"/>
          <a:ext cx="3221037" cy="4873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0420" name="公式" r:id="rId6" imgW="1594599" imgH="212366" progId="Equation.3">
                  <p:embed/>
                </p:oleObj>
              </mc:Choice>
              <mc:Fallback>
                <p:oleObj name="公式" r:id="rId6" imgW="1594599" imgH="212366" progId="Equation.3">
                  <p:embed/>
                  <p:pic>
                    <p:nvPicPr>
                      <p:cNvPr id="0" name="Object 3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92613" y="2132013"/>
                        <a:ext cx="3221037" cy="487362"/>
                      </a:xfrm>
                      <a:prstGeom prst="rect">
                        <a:avLst/>
                      </a:prstGeom>
                      <a:solidFill>
                        <a:srgbClr val="FFFFFF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0357" name="Object 38"/>
          <p:cNvGraphicFramePr>
            <a:graphicFrameLocks noChangeAspect="1"/>
          </p:cNvGraphicFramePr>
          <p:nvPr/>
        </p:nvGraphicFramePr>
        <p:xfrm>
          <a:off x="5327650" y="2782888"/>
          <a:ext cx="2422525" cy="10048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0421" name="公式" r:id="rId8" imgW="1023384" imgH="440702" progId="Equation.3">
                  <p:embed/>
                </p:oleObj>
              </mc:Choice>
              <mc:Fallback>
                <p:oleObj name="公式" r:id="rId8" imgW="1023384" imgH="440702" progId="Equation.3">
                  <p:embed/>
                  <p:pic>
                    <p:nvPicPr>
                      <p:cNvPr id="0" name="Object 3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27650" y="2782888"/>
                        <a:ext cx="2422525" cy="10048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0358" name="Object 39"/>
          <p:cNvGraphicFramePr>
            <a:graphicFrameLocks noChangeAspect="1"/>
          </p:cNvGraphicFramePr>
          <p:nvPr/>
        </p:nvGraphicFramePr>
        <p:xfrm>
          <a:off x="936625" y="2782888"/>
          <a:ext cx="3976688" cy="485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0422" name="公式" r:id="rId10" imgW="1681853" imgH="212366" progId="Equation.3">
                  <p:embed/>
                </p:oleObj>
              </mc:Choice>
              <mc:Fallback>
                <p:oleObj name="公式" r:id="rId10" imgW="1681853" imgH="212366" progId="Equation.3">
                  <p:embed/>
                  <p:pic>
                    <p:nvPicPr>
                      <p:cNvPr id="0" name="Object 3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36625" y="2782888"/>
                        <a:ext cx="3976688" cy="4857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0359" name="Object 40"/>
          <p:cNvGraphicFramePr>
            <a:graphicFrameLocks noChangeAspect="1"/>
          </p:cNvGraphicFramePr>
          <p:nvPr/>
        </p:nvGraphicFramePr>
        <p:xfrm>
          <a:off x="930275" y="3373438"/>
          <a:ext cx="3970338" cy="479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0423" name="公式" r:id="rId12" imgW="1698087" imgH="212366" progId="Equation.3">
                  <p:embed/>
                </p:oleObj>
              </mc:Choice>
              <mc:Fallback>
                <p:oleObj name="公式" r:id="rId12" imgW="1698087" imgH="212366" progId="Equation.3">
                  <p:embed/>
                  <p:pic>
                    <p:nvPicPr>
                      <p:cNvPr id="0" name="Object 4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30275" y="3373438"/>
                        <a:ext cx="3970338" cy="4794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0360" name="AutoShape 41"/>
          <p:cNvSpPr>
            <a:spLocks/>
          </p:cNvSpPr>
          <p:nvPr/>
        </p:nvSpPr>
        <p:spPr bwMode="auto">
          <a:xfrm>
            <a:off x="4968875" y="2782888"/>
            <a:ext cx="342900" cy="1119187"/>
          </a:xfrm>
          <a:prstGeom prst="rightBrace">
            <a:avLst>
              <a:gd name="adj1" fmla="val 24086"/>
              <a:gd name="adj2" fmla="val 50000"/>
            </a:avLst>
          </a:prstGeom>
          <a:noFill/>
          <a:ln w="19050">
            <a:solidFill>
              <a:srgbClr val="FF0000"/>
            </a:solidFill>
            <a:round/>
            <a:headEnd/>
            <a:tailEnd/>
          </a:ln>
          <a:effectLst>
            <a:prstShdw prst="shdw17" dist="17961" dir="2700000">
              <a:srgbClr val="990000"/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sp>
        <p:nvSpPr>
          <p:cNvPr id="100361" name="AutoShape 42"/>
          <p:cNvSpPr>
            <a:spLocks noChangeArrowheads="1"/>
          </p:cNvSpPr>
          <p:nvPr/>
        </p:nvSpPr>
        <p:spPr bwMode="auto">
          <a:xfrm>
            <a:off x="863600" y="1987550"/>
            <a:ext cx="7416800" cy="2276475"/>
          </a:xfrm>
          <a:prstGeom prst="roundRect">
            <a:avLst>
              <a:gd name="adj" fmla="val 16667"/>
            </a:avLst>
          </a:prstGeom>
          <a:noFill/>
          <a:ln w="38100" cmpd="dbl">
            <a:solidFill>
              <a:srgbClr val="9933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sp>
        <p:nvSpPr>
          <p:cNvPr id="100362" name="Text Box 43"/>
          <p:cNvSpPr txBox="1">
            <a:spLocks noChangeArrowheads="1"/>
          </p:cNvSpPr>
          <p:nvPr/>
        </p:nvSpPr>
        <p:spPr bwMode="auto">
          <a:xfrm>
            <a:off x="468313" y="1412875"/>
            <a:ext cx="230505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kumimoji="1" lang="en-US" altLang="zh-CN" sz="2800" b="1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2.  </a:t>
            </a:r>
            <a:r>
              <a:rPr kumimoji="1" lang="zh-CN" altLang="en-US" sz="2800" b="1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微分法</a:t>
            </a:r>
          </a:p>
        </p:txBody>
      </p:sp>
      <p:sp>
        <p:nvSpPr>
          <p:cNvPr id="100363" name="Text Box 44"/>
          <p:cNvSpPr txBox="1">
            <a:spLocks noChangeArrowheads="1"/>
          </p:cNvSpPr>
          <p:nvPr/>
        </p:nvSpPr>
        <p:spPr bwMode="auto">
          <a:xfrm>
            <a:off x="468313" y="4641850"/>
            <a:ext cx="3830637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kumimoji="1" lang="en-US" altLang="zh-CN" sz="2800" b="1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3.</a:t>
            </a:r>
            <a:r>
              <a:rPr kumimoji="1" lang="zh-CN" altLang="en-US" sz="2800" b="1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半衰期法</a:t>
            </a:r>
          </a:p>
        </p:txBody>
      </p:sp>
      <p:graphicFrame>
        <p:nvGraphicFramePr>
          <p:cNvPr id="100364" name="Object 45"/>
          <p:cNvGraphicFramePr>
            <a:graphicFrameLocks noChangeAspect="1"/>
          </p:cNvGraphicFramePr>
          <p:nvPr/>
        </p:nvGraphicFramePr>
        <p:xfrm>
          <a:off x="2663825" y="4857750"/>
          <a:ext cx="2393950" cy="889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0424" name="公式" r:id="rId14" imgW="1186395" imgH="440702" progId="Equation.3">
                  <p:embed/>
                </p:oleObj>
              </mc:Choice>
              <mc:Fallback>
                <p:oleObj name="公式" r:id="rId14" imgW="1186395" imgH="440702" progId="Equation.3">
                  <p:embed/>
                  <p:pic>
                    <p:nvPicPr>
                      <p:cNvPr id="0" name="Object 4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63825" y="4857750"/>
                        <a:ext cx="2393950" cy="889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402" name="Group 32"/>
          <p:cNvGrpSpPr>
            <a:grpSpLocks/>
          </p:cNvGrpSpPr>
          <p:nvPr/>
        </p:nvGrpSpPr>
        <p:grpSpPr bwMode="auto">
          <a:xfrm>
            <a:off x="593725" y="2114550"/>
            <a:ext cx="8516938" cy="1512888"/>
            <a:chOff x="249" y="1026"/>
            <a:chExt cx="5365" cy="953"/>
          </a:xfrm>
        </p:grpSpPr>
        <p:graphicFrame>
          <p:nvGraphicFramePr>
            <p:cNvPr id="102413" name="Object 14"/>
            <p:cNvGraphicFramePr>
              <a:graphicFrameLocks noChangeAspect="1"/>
            </p:cNvGraphicFramePr>
            <p:nvPr/>
          </p:nvGraphicFramePr>
          <p:xfrm>
            <a:off x="1292" y="1616"/>
            <a:ext cx="2754" cy="33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2520" name="公式" r:id="rId3" imgW="1774519" imgH="212366" progId="Equation.3">
                    <p:embed/>
                  </p:oleObj>
                </mc:Choice>
                <mc:Fallback>
                  <p:oleObj name="公式" r:id="rId3" imgW="1774519" imgH="212366" progId="Equation.3">
                    <p:embed/>
                    <p:pic>
                      <p:nvPicPr>
                        <p:cNvPr id="0" name="Object 1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292" y="1616"/>
                          <a:ext cx="2754" cy="33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102414" name="Group 15"/>
            <p:cNvGrpSpPr>
              <a:grpSpLocks/>
            </p:cNvGrpSpPr>
            <p:nvPr/>
          </p:nvGrpSpPr>
          <p:grpSpPr bwMode="auto">
            <a:xfrm>
              <a:off x="3378" y="1026"/>
              <a:ext cx="1325" cy="394"/>
              <a:chOff x="657" y="3430"/>
              <a:chExt cx="1325" cy="394"/>
            </a:xfrm>
          </p:grpSpPr>
          <p:grpSp>
            <p:nvGrpSpPr>
              <p:cNvPr id="102425" name="Group 16"/>
              <p:cNvGrpSpPr>
                <a:grpSpLocks/>
              </p:cNvGrpSpPr>
              <p:nvPr/>
            </p:nvGrpSpPr>
            <p:grpSpPr bwMode="auto">
              <a:xfrm>
                <a:off x="657" y="3430"/>
                <a:ext cx="1325" cy="394"/>
                <a:chOff x="703" y="3294"/>
                <a:chExt cx="1325" cy="394"/>
              </a:xfrm>
            </p:grpSpPr>
            <p:graphicFrame>
              <p:nvGraphicFramePr>
                <p:cNvPr id="102427" name="Object 17"/>
                <p:cNvGraphicFramePr>
                  <a:graphicFrameLocks noChangeAspect="1"/>
                </p:cNvGraphicFramePr>
                <p:nvPr/>
              </p:nvGraphicFramePr>
              <p:xfrm>
                <a:off x="703" y="3430"/>
                <a:ext cx="554" cy="257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102521" name="公式" r:id="rId5" imgW="348343" imgH="158000" progId="Equation.3">
                        <p:embed/>
                      </p:oleObj>
                    </mc:Choice>
                    <mc:Fallback>
                      <p:oleObj name="公式" r:id="rId5" imgW="348343" imgH="158000" progId="Equation.3">
                        <p:embed/>
                        <p:pic>
                          <p:nvPicPr>
                            <p:cNvPr id="0" name="Object 17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6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703" y="3430"/>
                              <a:ext cx="554" cy="257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  <a:effectLst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  <a:ext uri="{91240B29-F687-4F45-9708-019B960494DF}">
                                <a14:hiddenLine xmlns:a14="http://schemas.microsoft.com/office/drawing/2010/main" w="9525">
                                  <a:solidFill>
                                    <a:srgbClr val="000000"/>
                                  </a:solidFill>
                                  <a:miter lim="800000"/>
                                  <a:headEnd/>
                                  <a:tailEnd/>
                                </a14:hiddenLine>
                              </a:ext>
                              <a:ext uri="{AF507438-7753-43E0-B8FC-AC1667EBCBE1}">
                                <a14:hiddenEffects xmlns:a14="http://schemas.microsoft.com/office/drawing/2010/main">
                                  <a:effectLst>
                                    <a:outerShdw dist="35921" dir="2700000" algn="ctr" rotWithShape="0">
                                      <a:srgbClr val="808080"/>
                                    </a:outerShdw>
                                  </a:effectLst>
                                </a14:hiddenEffects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graphicFrame>
              <p:nvGraphicFramePr>
                <p:cNvPr id="102428" name="Object 18"/>
                <p:cNvGraphicFramePr>
                  <a:graphicFrameLocks noChangeAspect="1"/>
                </p:cNvGraphicFramePr>
                <p:nvPr/>
              </p:nvGraphicFramePr>
              <p:xfrm>
                <a:off x="1791" y="3430"/>
                <a:ext cx="237" cy="258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102522" name="公式" r:id="rId7" imgW="147116" imgH="158000" progId="Equation.3">
                        <p:embed/>
                      </p:oleObj>
                    </mc:Choice>
                    <mc:Fallback>
                      <p:oleObj name="公式" r:id="rId7" imgW="147116" imgH="158000" progId="Equation.3">
                        <p:embed/>
                        <p:pic>
                          <p:nvPicPr>
                            <p:cNvPr id="0" name="Object 18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8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1791" y="3430"/>
                              <a:ext cx="237" cy="258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  <a:effectLst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  <a:ext uri="{91240B29-F687-4F45-9708-019B960494DF}">
                                <a14:hiddenLine xmlns:a14="http://schemas.microsoft.com/office/drawing/2010/main" w="9525">
                                  <a:solidFill>
                                    <a:srgbClr val="000000"/>
                                  </a:solidFill>
                                  <a:miter lim="800000"/>
                                  <a:headEnd/>
                                  <a:tailEnd/>
                                </a14:hiddenLine>
                              </a:ext>
                              <a:ext uri="{AF507438-7753-43E0-B8FC-AC1667EBCBE1}">
                                <a14:hiddenEffects xmlns:a14="http://schemas.microsoft.com/office/drawing/2010/main">
                                  <a:effectLst>
                                    <a:outerShdw dist="35921" dir="2700000" algn="ctr" rotWithShape="0">
                                      <a:srgbClr val="808080"/>
                                    </a:outerShdw>
                                  </a:effectLst>
                                </a14:hiddenEffects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sp>
              <p:nvSpPr>
                <p:cNvPr id="102429" name="Text Box 19"/>
                <p:cNvSpPr txBox="1">
                  <a:spLocks noChangeArrowheads="1"/>
                </p:cNvSpPr>
                <p:nvPr/>
              </p:nvSpPr>
              <p:spPr bwMode="auto">
                <a:xfrm>
                  <a:off x="1338" y="3294"/>
                  <a:ext cx="495" cy="28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r>
                    <a:rPr lang="en-US" altLang="zh-CN" sz="2400" b="1" i="1">
                      <a:solidFill>
                        <a:srgbClr val="0000FF"/>
                      </a:solidFill>
                      <a:latin typeface="Times New Roman" panose="02020603050405020304" pitchFamily="18" charset="0"/>
                    </a:rPr>
                    <a:t>k</a:t>
                  </a:r>
                  <a:r>
                    <a:rPr lang="en-US" altLang="zh-CN" sz="2400" b="1" baseline="-25000">
                      <a:solidFill>
                        <a:srgbClr val="0000FF"/>
                      </a:solidFill>
                    </a:rPr>
                    <a:t>2</a:t>
                  </a:r>
                  <a:r>
                    <a:rPr lang="en-US" altLang="zh-CN" sz="2400" b="1">
                      <a:solidFill>
                        <a:srgbClr val="0000FF"/>
                      </a:solidFill>
                    </a:rPr>
                    <a:t>    </a:t>
                  </a:r>
                </a:p>
              </p:txBody>
            </p:sp>
          </p:grpSp>
          <p:sp>
            <p:nvSpPr>
              <p:cNvPr id="102426" name="Line 20"/>
              <p:cNvSpPr>
                <a:spLocks noChangeShapeType="1"/>
              </p:cNvSpPr>
              <p:nvPr/>
            </p:nvSpPr>
            <p:spPr bwMode="auto">
              <a:xfrm>
                <a:off x="1202" y="3702"/>
                <a:ext cx="545" cy="0"/>
              </a:xfrm>
              <a:prstGeom prst="line">
                <a:avLst/>
              </a:prstGeom>
              <a:noFill/>
              <a:ln w="28575">
                <a:solidFill>
                  <a:srgbClr val="0000FF"/>
                </a:solidFill>
                <a:round/>
                <a:headEnd/>
                <a:tailEnd type="triangle" w="lg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102415" name="Group 21"/>
            <p:cNvGrpSpPr>
              <a:grpSpLocks/>
            </p:cNvGrpSpPr>
            <p:nvPr/>
          </p:nvGrpSpPr>
          <p:grpSpPr bwMode="auto">
            <a:xfrm>
              <a:off x="249" y="1026"/>
              <a:ext cx="2267" cy="623"/>
              <a:chOff x="385" y="2868"/>
              <a:chExt cx="2267" cy="623"/>
            </a:xfrm>
          </p:grpSpPr>
          <p:graphicFrame>
            <p:nvGraphicFramePr>
              <p:cNvPr id="102419" name="Object 22"/>
              <p:cNvGraphicFramePr>
                <a:graphicFrameLocks noChangeAspect="1"/>
              </p:cNvGraphicFramePr>
              <p:nvPr/>
            </p:nvGraphicFramePr>
            <p:xfrm>
              <a:off x="385" y="3022"/>
              <a:ext cx="711" cy="257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02523" name="公式" r:id="rId9" imgW="451831" imgH="158000" progId="Equation.3">
                      <p:embed/>
                    </p:oleObj>
                  </mc:Choice>
                  <mc:Fallback>
                    <p:oleObj name="公式" r:id="rId9" imgW="451831" imgH="158000" progId="Equation.3">
                      <p:embed/>
                      <p:pic>
                        <p:nvPicPr>
                          <p:cNvPr id="0" name="Object 22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0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85" y="3022"/>
                            <a:ext cx="711" cy="257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02420" name="Object 23"/>
              <p:cNvGraphicFramePr>
                <a:graphicFrameLocks noChangeAspect="1"/>
              </p:cNvGraphicFramePr>
              <p:nvPr/>
            </p:nvGraphicFramePr>
            <p:xfrm>
              <a:off x="1644" y="3040"/>
              <a:ext cx="1008" cy="277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02524" name="公式" r:id="rId11" imgW="642236" imgH="174310" progId="Equation.3">
                      <p:embed/>
                    </p:oleObj>
                  </mc:Choice>
                  <mc:Fallback>
                    <p:oleObj name="公式" r:id="rId11" imgW="642236" imgH="174310" progId="Equation.3">
                      <p:embed/>
                      <p:pic>
                        <p:nvPicPr>
                          <p:cNvPr id="0" name="Object 23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2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1644" y="3040"/>
                            <a:ext cx="1008" cy="277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102421" name="Line 24"/>
              <p:cNvSpPr>
                <a:spLocks noChangeShapeType="1"/>
              </p:cNvSpPr>
              <p:nvPr/>
            </p:nvSpPr>
            <p:spPr bwMode="auto">
              <a:xfrm>
                <a:off x="1112" y="3149"/>
                <a:ext cx="545" cy="0"/>
              </a:xfrm>
              <a:prstGeom prst="line">
                <a:avLst/>
              </a:prstGeom>
              <a:noFill/>
              <a:ln w="28575">
                <a:solidFill>
                  <a:srgbClr val="0000FF"/>
                </a:solidFill>
                <a:round/>
                <a:headEnd/>
                <a:tailEnd type="triangle" w="lg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2422" name="Text Box 25"/>
              <p:cNvSpPr txBox="1">
                <a:spLocks noChangeArrowheads="1"/>
              </p:cNvSpPr>
              <p:nvPr/>
            </p:nvSpPr>
            <p:spPr bwMode="auto">
              <a:xfrm>
                <a:off x="1190" y="2868"/>
                <a:ext cx="495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r>
                  <a:rPr lang="en-US" altLang="zh-CN" sz="2400" b="1" i="1">
                    <a:solidFill>
                      <a:srgbClr val="0000FF"/>
                    </a:solidFill>
                    <a:latin typeface="Times New Roman" panose="02020603050405020304" pitchFamily="18" charset="0"/>
                  </a:rPr>
                  <a:t>k</a:t>
                </a:r>
                <a:r>
                  <a:rPr lang="en-US" altLang="zh-CN" sz="2400" b="1" baseline="-25000">
                    <a:solidFill>
                      <a:srgbClr val="0000FF"/>
                    </a:solidFill>
                  </a:rPr>
                  <a:t>1</a:t>
                </a:r>
                <a:r>
                  <a:rPr lang="en-US" altLang="zh-CN" sz="2400" b="1">
                    <a:solidFill>
                      <a:srgbClr val="0000FF"/>
                    </a:solidFill>
                  </a:rPr>
                  <a:t>    </a:t>
                </a:r>
              </a:p>
            </p:txBody>
          </p:sp>
          <p:sp>
            <p:nvSpPr>
              <p:cNvPr id="102423" name="Line 26"/>
              <p:cNvSpPr>
                <a:spLocks noChangeShapeType="1"/>
              </p:cNvSpPr>
              <p:nvPr/>
            </p:nvSpPr>
            <p:spPr bwMode="auto">
              <a:xfrm flipH="1">
                <a:off x="1111" y="3203"/>
                <a:ext cx="544" cy="0"/>
              </a:xfrm>
              <a:prstGeom prst="line">
                <a:avLst/>
              </a:prstGeom>
              <a:noFill/>
              <a:ln w="28575">
                <a:solidFill>
                  <a:srgbClr val="0000FF"/>
                </a:solidFill>
                <a:round/>
                <a:headEnd/>
                <a:tailEnd type="triangle" w="lg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2424" name="Text Box 27"/>
              <p:cNvSpPr txBox="1">
                <a:spLocks noChangeArrowheads="1"/>
              </p:cNvSpPr>
              <p:nvPr/>
            </p:nvSpPr>
            <p:spPr bwMode="auto">
              <a:xfrm>
                <a:off x="1202" y="3203"/>
                <a:ext cx="538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r>
                  <a:rPr lang="en-US" altLang="zh-CN" sz="2400" b="1" i="1">
                    <a:solidFill>
                      <a:srgbClr val="0000FF"/>
                    </a:solidFill>
                    <a:latin typeface="Times New Roman" panose="02020603050405020304" pitchFamily="18" charset="0"/>
                  </a:rPr>
                  <a:t>k</a:t>
                </a:r>
                <a:r>
                  <a:rPr lang="en-US" altLang="zh-CN" sz="2400" b="1" baseline="-25000">
                    <a:solidFill>
                      <a:srgbClr val="0000FF"/>
                    </a:solidFill>
                  </a:rPr>
                  <a:t>-1</a:t>
                </a:r>
                <a:r>
                  <a:rPr lang="en-US" altLang="zh-CN" sz="2400" b="1">
                    <a:solidFill>
                      <a:srgbClr val="0000FF"/>
                    </a:solidFill>
                  </a:rPr>
                  <a:t>    </a:t>
                </a:r>
              </a:p>
            </p:txBody>
          </p:sp>
        </p:grpSp>
        <p:sp>
          <p:nvSpPr>
            <p:cNvPr id="102416" name="Text Box 28"/>
            <p:cNvSpPr txBox="1">
              <a:spLocks noChangeArrowheads="1"/>
            </p:cNvSpPr>
            <p:nvPr/>
          </p:nvSpPr>
          <p:spPr bwMode="auto">
            <a:xfrm>
              <a:off x="4739" y="1116"/>
              <a:ext cx="875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sz="2400" b="1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慢反应      </a:t>
              </a:r>
            </a:p>
          </p:txBody>
        </p:sp>
        <p:sp>
          <p:nvSpPr>
            <p:cNvPr id="102417" name="Text Box 29"/>
            <p:cNvSpPr txBox="1">
              <a:spLocks noChangeArrowheads="1"/>
            </p:cNvSpPr>
            <p:nvPr/>
          </p:nvSpPr>
          <p:spPr bwMode="auto">
            <a:xfrm>
              <a:off x="2516" y="1162"/>
              <a:ext cx="1083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sz="2400" b="1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快平衡    </a:t>
              </a:r>
            </a:p>
          </p:txBody>
        </p:sp>
        <p:sp>
          <p:nvSpPr>
            <p:cNvPr id="102418" name="AutoShape 30"/>
            <p:cNvSpPr>
              <a:spLocks noChangeArrowheads="1"/>
            </p:cNvSpPr>
            <p:nvPr/>
          </p:nvSpPr>
          <p:spPr bwMode="auto">
            <a:xfrm>
              <a:off x="249" y="1026"/>
              <a:ext cx="5307" cy="953"/>
            </a:xfrm>
            <a:prstGeom prst="roundRect">
              <a:avLst>
                <a:gd name="adj" fmla="val 16667"/>
              </a:avLst>
            </a:prstGeom>
            <a:noFill/>
            <a:ln w="38100" cmpd="dbl">
              <a:solidFill>
                <a:srgbClr val="9933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</p:grpSp>
      <p:graphicFrame>
        <p:nvGraphicFramePr>
          <p:cNvPr id="102403" name="Object 2"/>
          <p:cNvGraphicFramePr>
            <a:graphicFrameLocks noChangeAspect="1"/>
          </p:cNvGraphicFramePr>
          <p:nvPr/>
        </p:nvGraphicFramePr>
        <p:xfrm>
          <a:off x="2249488" y="4275138"/>
          <a:ext cx="2268537" cy="10144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525" name="公式" r:id="rId13" imgW="985168" imgH="440702" progId="Equation.3">
                  <p:embed/>
                </p:oleObj>
              </mc:Choice>
              <mc:Fallback>
                <p:oleObj name="公式" r:id="rId13" imgW="985168" imgH="440702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49488" y="4275138"/>
                        <a:ext cx="2268537" cy="10144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404" name="Object 3"/>
          <p:cNvGraphicFramePr>
            <a:graphicFrameLocks noChangeAspect="1"/>
          </p:cNvGraphicFramePr>
          <p:nvPr/>
        </p:nvGraphicFramePr>
        <p:xfrm>
          <a:off x="5491163" y="4275138"/>
          <a:ext cx="1570037" cy="10144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526" name="Equation" r:id="rId15" imgW="680452" imgH="440702" progId="Equation.3">
                  <p:embed/>
                </p:oleObj>
              </mc:Choice>
              <mc:Fallback>
                <p:oleObj name="Equation" r:id="rId15" imgW="680452" imgH="440702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91163" y="4275138"/>
                        <a:ext cx="1570037" cy="10144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405" name="Object 4"/>
          <p:cNvGraphicFramePr>
            <a:graphicFrameLocks noChangeAspect="1"/>
          </p:cNvGraphicFramePr>
          <p:nvPr/>
        </p:nvGraphicFramePr>
        <p:xfrm>
          <a:off x="5057775" y="5373688"/>
          <a:ext cx="3565525" cy="10906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527" name="公式" r:id="rId17" imgW="1442410" imgH="440702" progId="Equation.3">
                  <p:embed/>
                </p:oleObj>
              </mc:Choice>
              <mc:Fallback>
                <p:oleObj name="公式" r:id="rId17" imgW="1442410" imgH="440702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57775" y="5373688"/>
                        <a:ext cx="3565525" cy="10906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406" name="Object 6"/>
          <p:cNvGraphicFramePr>
            <a:graphicFrameLocks noChangeAspect="1"/>
          </p:cNvGraphicFramePr>
          <p:nvPr/>
        </p:nvGraphicFramePr>
        <p:xfrm>
          <a:off x="1098550" y="5445125"/>
          <a:ext cx="3371850" cy="9953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528" name="公式" r:id="rId19" imgW="1366316" imgH="402646" progId="Equation.3">
                  <p:embed/>
                </p:oleObj>
              </mc:Choice>
              <mc:Fallback>
                <p:oleObj name="公式" r:id="rId19" imgW="1366316" imgH="402646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98550" y="5445125"/>
                        <a:ext cx="3371850" cy="9953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2407" name="Text Box 8"/>
          <p:cNvSpPr txBox="1">
            <a:spLocks noChangeArrowheads="1"/>
          </p:cNvSpPr>
          <p:nvPr/>
        </p:nvSpPr>
        <p:spPr bwMode="auto">
          <a:xfrm>
            <a:off x="1169988" y="3698875"/>
            <a:ext cx="6951662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/>
            <a:r>
              <a:rPr lang="zh-CN" altLang="en-US" sz="2400" b="1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中间物</a:t>
            </a:r>
            <a:r>
              <a:rPr lang="en-US" altLang="zh-CN" sz="2400" b="1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I</a:t>
            </a:r>
            <a:r>
              <a:rPr lang="zh-CN" altLang="en-US" sz="2400" b="1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的浓度由化学平衡常数确定</a:t>
            </a:r>
          </a:p>
        </p:txBody>
      </p:sp>
      <p:graphicFrame>
        <p:nvGraphicFramePr>
          <p:cNvPr id="102408" name="Object 31"/>
          <p:cNvGraphicFramePr>
            <a:graphicFrameLocks noChangeAspect="1"/>
          </p:cNvGraphicFramePr>
          <p:nvPr/>
        </p:nvGraphicFramePr>
        <p:xfrm>
          <a:off x="3114675" y="1539875"/>
          <a:ext cx="2216150" cy="4111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529" name="公式" r:id="rId21" imgW="974345" imgH="174310" progId="Equation.3">
                  <p:embed/>
                </p:oleObj>
              </mc:Choice>
              <mc:Fallback>
                <p:oleObj name="公式" r:id="rId21" imgW="974345" imgH="174310" progId="Equation.3">
                  <p:embed/>
                  <p:pic>
                    <p:nvPicPr>
                      <p:cNvPr id="0" name="Object 3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14675" y="1539875"/>
                        <a:ext cx="2216150" cy="4111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2409" name="AutoShape 33"/>
          <p:cNvSpPr>
            <a:spLocks noChangeArrowheads="1"/>
          </p:cNvSpPr>
          <p:nvPr/>
        </p:nvSpPr>
        <p:spPr bwMode="auto">
          <a:xfrm>
            <a:off x="954088" y="5373688"/>
            <a:ext cx="7704137" cy="1150937"/>
          </a:xfrm>
          <a:prstGeom prst="roundRect">
            <a:avLst>
              <a:gd name="adj" fmla="val 16667"/>
            </a:avLst>
          </a:prstGeom>
          <a:noFill/>
          <a:ln w="38100" cmpd="dbl">
            <a:solidFill>
              <a:srgbClr val="9933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sp>
        <p:nvSpPr>
          <p:cNvPr id="102410" name="AutoShape 34"/>
          <p:cNvSpPr>
            <a:spLocks noChangeArrowheads="1"/>
          </p:cNvSpPr>
          <p:nvPr/>
        </p:nvSpPr>
        <p:spPr bwMode="auto">
          <a:xfrm>
            <a:off x="4554538" y="4564063"/>
            <a:ext cx="976312" cy="485775"/>
          </a:xfrm>
          <a:custGeom>
            <a:avLst/>
            <a:gdLst>
              <a:gd name="T0" fmla="*/ 2147483646 w 21600"/>
              <a:gd name="T1" fmla="*/ 0 h 21600"/>
              <a:gd name="T2" fmla="*/ 0 w 21600"/>
              <a:gd name="T3" fmla="*/ 2147483646 h 21600"/>
              <a:gd name="T4" fmla="*/ 2147483646 w 21600"/>
              <a:gd name="T5" fmla="*/ 2147483646 h 21600"/>
              <a:gd name="T6" fmla="*/ 2147483646 w 21600"/>
              <a:gd name="T7" fmla="*/ 2147483646 h 21600"/>
              <a:gd name="T8" fmla="*/ 17694720 60000 65536"/>
              <a:gd name="T9" fmla="*/ 11796480 60000 65536"/>
              <a:gd name="T10" fmla="*/ 5898240 60000 65536"/>
              <a:gd name="T11" fmla="*/ 0 60000 65536"/>
              <a:gd name="T12" fmla="*/ 3375 w 21600"/>
              <a:gd name="T13" fmla="*/ 5400 h 21600"/>
              <a:gd name="T14" fmla="*/ 18900 w 21600"/>
              <a:gd name="T15" fmla="*/ 16200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16200" y="0"/>
                </a:moveTo>
                <a:lnTo>
                  <a:pt x="16200" y="5400"/>
                </a:lnTo>
                <a:lnTo>
                  <a:pt x="3375" y="5400"/>
                </a:lnTo>
                <a:lnTo>
                  <a:pt x="3375" y="16200"/>
                </a:lnTo>
                <a:lnTo>
                  <a:pt x="16200" y="16200"/>
                </a:lnTo>
                <a:lnTo>
                  <a:pt x="16200" y="21600"/>
                </a:lnTo>
                <a:lnTo>
                  <a:pt x="21600" y="10800"/>
                </a:lnTo>
                <a:lnTo>
                  <a:pt x="16200" y="0"/>
                </a:lnTo>
                <a:close/>
              </a:path>
              <a:path w="21600" h="21600">
                <a:moveTo>
                  <a:pt x="1350" y="5400"/>
                </a:moveTo>
                <a:lnTo>
                  <a:pt x="1350" y="16200"/>
                </a:lnTo>
                <a:lnTo>
                  <a:pt x="2700" y="16200"/>
                </a:lnTo>
                <a:lnTo>
                  <a:pt x="2700" y="5400"/>
                </a:lnTo>
                <a:lnTo>
                  <a:pt x="1350" y="5400"/>
                </a:lnTo>
                <a:close/>
              </a:path>
              <a:path w="21600" h="21600">
                <a:moveTo>
                  <a:pt x="0" y="5400"/>
                </a:moveTo>
                <a:lnTo>
                  <a:pt x="0" y="16200"/>
                </a:lnTo>
                <a:lnTo>
                  <a:pt x="675" y="16200"/>
                </a:lnTo>
                <a:lnTo>
                  <a:pt x="675" y="5400"/>
                </a:lnTo>
                <a:lnTo>
                  <a:pt x="0" y="5400"/>
                </a:lnTo>
                <a:close/>
              </a:path>
            </a:pathLst>
          </a:cu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97667" name="Text Box 35"/>
          <p:cNvSpPr txBox="1">
            <a:spLocks noChangeArrowheads="1"/>
          </p:cNvSpPr>
          <p:nvPr/>
        </p:nvSpPr>
        <p:spPr bwMode="auto">
          <a:xfrm>
            <a:off x="901700" y="188913"/>
            <a:ext cx="8208963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ctr">
              <a:defRPr/>
            </a:pPr>
            <a:r>
              <a:rPr kumimoji="1" lang="zh-CN" altLang="en-US" sz="3600" b="1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黑体" panose="02010609060101010101" pitchFamily="49" charset="-122"/>
              </a:rPr>
              <a:t>由反应机理建立复合反应的速率方程</a:t>
            </a:r>
          </a:p>
        </p:txBody>
      </p:sp>
      <p:sp>
        <p:nvSpPr>
          <p:cNvPr id="102412" name="Text Box 37"/>
          <p:cNvSpPr txBox="1">
            <a:spLocks noChangeArrowheads="1"/>
          </p:cNvSpPr>
          <p:nvPr/>
        </p:nvSpPr>
        <p:spPr bwMode="auto">
          <a:xfrm>
            <a:off x="198438" y="1035050"/>
            <a:ext cx="3252787" cy="523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2800" b="1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1.</a:t>
            </a:r>
            <a:r>
              <a:rPr lang="zh-CN" altLang="en-US" sz="2800" b="1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平衡态处理方法 </a:t>
            </a:r>
          </a:p>
        </p:txBody>
      </p:sp>
    </p:spTree>
  </p:cSld>
  <p:clrMapOvr>
    <a:masterClrMapping/>
  </p:clrMapOvr>
  <p:transition spd="med">
    <p:strips dir="ru"/>
  </p:transition>
  <p:timing>
    <p:tnLst>
      <p:par>
        <p:cTn id="1" dur="indefinite" restart="never" nodeType="tmRoot"/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3426" name="Object 2"/>
          <p:cNvGraphicFramePr>
            <a:graphicFrameLocks noChangeAspect="1"/>
          </p:cNvGraphicFramePr>
          <p:nvPr/>
        </p:nvGraphicFramePr>
        <p:xfrm>
          <a:off x="1325563" y="4265613"/>
          <a:ext cx="5967412" cy="10112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491" name="公式" r:id="rId3" imgW="2383950" imgH="402646" progId="Equation.3">
                  <p:embed/>
                </p:oleObj>
              </mc:Choice>
              <mc:Fallback>
                <p:oleObj name="公式" r:id="rId3" imgW="2383950" imgH="402646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25563" y="4265613"/>
                        <a:ext cx="5967412" cy="10112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3427" name="Object 3"/>
          <p:cNvGraphicFramePr>
            <a:graphicFrameLocks noChangeAspect="1"/>
          </p:cNvGraphicFramePr>
          <p:nvPr/>
        </p:nvGraphicFramePr>
        <p:xfrm>
          <a:off x="173038" y="5489575"/>
          <a:ext cx="3181350" cy="11096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492" name="公式" r:id="rId5" imgW="1262827" imgH="440702" progId="Equation.3">
                  <p:embed/>
                </p:oleObj>
              </mc:Choice>
              <mc:Fallback>
                <p:oleObj name="公式" r:id="rId5" imgW="1262827" imgH="440702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3038" y="5489575"/>
                        <a:ext cx="3181350" cy="11096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3428" name="Object 4"/>
          <p:cNvGraphicFramePr>
            <a:graphicFrameLocks noChangeAspect="1"/>
          </p:cNvGraphicFramePr>
          <p:nvPr/>
        </p:nvGraphicFramePr>
        <p:xfrm>
          <a:off x="3578225" y="5511800"/>
          <a:ext cx="5591175" cy="11064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493" name="公式" r:id="rId7" imgW="2307856" imgH="451914" progId="Equation.3">
                  <p:embed/>
                </p:oleObj>
              </mc:Choice>
              <mc:Fallback>
                <p:oleObj name="公式" r:id="rId7" imgW="2307856" imgH="451914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78225" y="5511800"/>
                        <a:ext cx="5591175" cy="11064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3429" name="Text Box 6"/>
          <p:cNvSpPr txBox="1">
            <a:spLocks noChangeArrowheads="1"/>
          </p:cNvSpPr>
          <p:nvPr/>
        </p:nvSpPr>
        <p:spPr bwMode="auto">
          <a:xfrm>
            <a:off x="388938" y="3859213"/>
            <a:ext cx="8497887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2400" b="1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中间物</a:t>
            </a:r>
            <a:r>
              <a:rPr lang="en-US" altLang="zh-CN" sz="2400" b="1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I</a:t>
            </a:r>
            <a:r>
              <a:rPr lang="zh-CN" altLang="en-US" sz="2400" b="1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的浓度根据其生成速率等于其消耗速率这一条件确定</a:t>
            </a:r>
          </a:p>
        </p:txBody>
      </p:sp>
      <p:graphicFrame>
        <p:nvGraphicFramePr>
          <p:cNvPr id="103430" name="Object 17"/>
          <p:cNvGraphicFramePr>
            <a:graphicFrameLocks noChangeAspect="1"/>
          </p:cNvGraphicFramePr>
          <p:nvPr/>
        </p:nvGraphicFramePr>
        <p:xfrm>
          <a:off x="2693988" y="1519238"/>
          <a:ext cx="2216150" cy="4111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494" name="公式" r:id="rId9" imgW="974345" imgH="174310" progId="Equation.3">
                  <p:embed/>
                </p:oleObj>
              </mc:Choice>
              <mc:Fallback>
                <p:oleObj name="公式" r:id="rId9" imgW="974345" imgH="174310" progId="Equation.3">
                  <p:embed/>
                  <p:pic>
                    <p:nvPicPr>
                      <p:cNvPr id="0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93988" y="1519238"/>
                        <a:ext cx="2216150" cy="4111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3431" name="AutoShape 34"/>
          <p:cNvSpPr>
            <a:spLocks noChangeArrowheads="1"/>
          </p:cNvSpPr>
          <p:nvPr/>
        </p:nvSpPr>
        <p:spPr bwMode="auto">
          <a:xfrm>
            <a:off x="1582738" y="2024063"/>
            <a:ext cx="4464050" cy="1800225"/>
          </a:xfrm>
          <a:prstGeom prst="roundRect">
            <a:avLst>
              <a:gd name="adj" fmla="val 16667"/>
            </a:avLst>
          </a:prstGeom>
          <a:noFill/>
          <a:ln w="38100" cmpd="dbl">
            <a:solidFill>
              <a:srgbClr val="9933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sp>
        <p:nvSpPr>
          <p:cNvPr id="103432" name="AutoShape 54"/>
          <p:cNvSpPr>
            <a:spLocks noChangeArrowheads="1"/>
          </p:cNvSpPr>
          <p:nvPr/>
        </p:nvSpPr>
        <p:spPr bwMode="auto">
          <a:xfrm>
            <a:off x="101600" y="5489575"/>
            <a:ext cx="9042400" cy="1152525"/>
          </a:xfrm>
          <a:prstGeom prst="roundRect">
            <a:avLst>
              <a:gd name="adj" fmla="val 16667"/>
            </a:avLst>
          </a:prstGeom>
          <a:noFill/>
          <a:ln w="38100" cmpd="dbl">
            <a:solidFill>
              <a:srgbClr val="9933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sp>
        <p:nvSpPr>
          <p:cNvPr id="103433" name="Text Box 55"/>
          <p:cNvSpPr txBox="1">
            <a:spLocks noChangeArrowheads="1"/>
          </p:cNvSpPr>
          <p:nvPr/>
        </p:nvSpPr>
        <p:spPr bwMode="auto">
          <a:xfrm>
            <a:off x="677863" y="188913"/>
            <a:ext cx="8208962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/>
            <a:r>
              <a:rPr kumimoji="1" lang="zh-CN" altLang="en-US" sz="3600" b="1">
                <a:solidFill>
                  <a:srgbClr val="FF0000"/>
                </a:solidFill>
                <a:ea typeface="黑体" panose="02010609060101010101" pitchFamily="49" charset="-122"/>
              </a:rPr>
              <a:t>由反应机理建立复合反应的速率方程</a:t>
            </a:r>
          </a:p>
        </p:txBody>
      </p:sp>
      <p:sp>
        <p:nvSpPr>
          <p:cNvPr id="103434" name="Text Box 57"/>
          <p:cNvSpPr txBox="1">
            <a:spLocks noChangeArrowheads="1"/>
          </p:cNvSpPr>
          <p:nvPr/>
        </p:nvSpPr>
        <p:spPr bwMode="auto">
          <a:xfrm>
            <a:off x="-6350" y="1087438"/>
            <a:ext cx="3252788" cy="5222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2800" b="1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2.</a:t>
            </a:r>
            <a:r>
              <a:rPr lang="zh-CN" altLang="en-US" sz="2800" b="1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恒稳态处理方法 </a:t>
            </a:r>
          </a:p>
        </p:txBody>
      </p:sp>
      <p:graphicFrame>
        <p:nvGraphicFramePr>
          <p:cNvPr id="103435" name="Object 11"/>
          <p:cNvGraphicFramePr>
            <a:graphicFrameLocks noChangeAspect="1"/>
          </p:cNvGraphicFramePr>
          <p:nvPr/>
        </p:nvGraphicFramePr>
        <p:xfrm>
          <a:off x="2039938" y="1858963"/>
          <a:ext cx="3524250" cy="1343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495" name="Equation" r:id="rId11" imgW="1534738" imgH="549773" progId="Equation.3">
                  <p:embed/>
                </p:oleObj>
              </mc:Choice>
              <mc:Fallback>
                <p:oleObj name="Equation" r:id="rId11" imgW="1534738" imgH="549773" progId="Equation.3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39938" y="1858963"/>
                        <a:ext cx="3524250" cy="13430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3436" name="Object 12"/>
          <p:cNvGraphicFramePr>
            <a:graphicFrameLocks noChangeAspect="1"/>
          </p:cNvGraphicFramePr>
          <p:nvPr/>
        </p:nvGraphicFramePr>
        <p:xfrm>
          <a:off x="2219325" y="3003550"/>
          <a:ext cx="2090738" cy="584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496" name="Equation" r:id="rId13" imgW="892502" imgH="206929" progId="Equation.3">
                  <p:embed/>
                </p:oleObj>
              </mc:Choice>
              <mc:Fallback>
                <p:oleObj name="Equation" r:id="rId13" imgW="892502" imgH="206929" progId="Equation.3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19325" y="3003550"/>
                        <a:ext cx="2090738" cy="584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med">
    <p:wipe dir="r"/>
  </p:transition>
  <p:timing>
    <p:tnLst>
      <p:par>
        <p:cTn id="1" dur="indefinite" restart="never" nodeType="tmRoot"/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50" name="灯片编号占位符 5"/>
          <p:cNvSpPr>
            <a:spLocks noGrp="1"/>
          </p:cNvSpPr>
          <p:nvPr>
            <p:ph type="sldNum" sz="quarter" idx="12"/>
          </p:nvPr>
        </p:nvSpPr>
        <p:spPr bwMode="auto">
          <a:xfrm>
            <a:off x="6149975" y="6399213"/>
            <a:ext cx="2743200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3297772A-93A4-409E-83A0-5AA19FA8E0DF}" type="slidenum">
              <a:rPr lang="zh-CN" altLang="en-US" sz="1400" smtClean="0"/>
              <a:pPr/>
              <a:t>58</a:t>
            </a:fld>
            <a:endParaRPr lang="en-US" altLang="zh-CN" sz="1400" smtClean="0"/>
          </a:p>
        </p:txBody>
      </p:sp>
      <p:sp>
        <p:nvSpPr>
          <p:cNvPr id="104451" name="Text Box 5"/>
          <p:cNvSpPr txBox="1">
            <a:spLocks noChangeArrowheads="1"/>
          </p:cNvSpPr>
          <p:nvPr/>
        </p:nvSpPr>
        <p:spPr bwMode="auto">
          <a:xfrm>
            <a:off x="955675" y="1263650"/>
            <a:ext cx="7038975" cy="523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zh-CN" altLang="en-US" sz="2800" b="1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由基元反应的活化能求复合反应的活化能  </a:t>
            </a:r>
          </a:p>
        </p:txBody>
      </p:sp>
      <p:sp>
        <p:nvSpPr>
          <p:cNvPr id="104452" name="Text Box 6"/>
          <p:cNvSpPr txBox="1">
            <a:spLocks noChangeArrowheads="1"/>
          </p:cNvSpPr>
          <p:nvPr/>
        </p:nvSpPr>
        <p:spPr bwMode="auto">
          <a:xfrm>
            <a:off x="574675" y="2066925"/>
            <a:ext cx="116522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zh-CN" altLang="en-US" sz="2800" b="1">
                <a:solidFill>
                  <a:srgbClr val="0000FF"/>
                </a:solidFill>
                <a:latin typeface="Times New Roman" panose="02020603050405020304" pitchFamily="18" charset="0"/>
              </a:rPr>
              <a:t>例：</a:t>
            </a:r>
            <a:r>
              <a:rPr kumimoji="1" lang="zh-CN" altLang="en-US" sz="2800" b="1">
                <a:latin typeface="Times New Roman" panose="02020603050405020304" pitchFamily="18" charset="0"/>
              </a:rPr>
              <a:t>   </a:t>
            </a:r>
          </a:p>
        </p:txBody>
      </p:sp>
      <p:graphicFrame>
        <p:nvGraphicFramePr>
          <p:cNvPr id="104453" name="Object 8"/>
          <p:cNvGraphicFramePr>
            <a:graphicFrameLocks noChangeAspect="1"/>
          </p:cNvGraphicFramePr>
          <p:nvPr/>
        </p:nvGraphicFramePr>
        <p:xfrm>
          <a:off x="1441450" y="2019300"/>
          <a:ext cx="2570163" cy="587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4504" name="Equation" r:id="rId4" imgW="1104889" imgH="206929" progId="Equation.3">
                  <p:embed/>
                </p:oleObj>
              </mc:Choice>
              <mc:Fallback>
                <p:oleObj name="Equation" r:id="rId4" imgW="1104889" imgH="206929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41450" y="2019300"/>
                        <a:ext cx="2570163" cy="5873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4454" name="Object 10"/>
          <p:cNvGraphicFramePr>
            <a:graphicFrameLocks noChangeAspect="1"/>
          </p:cNvGraphicFramePr>
          <p:nvPr/>
        </p:nvGraphicFramePr>
        <p:xfrm>
          <a:off x="1336675" y="3590925"/>
          <a:ext cx="5937250" cy="895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4505" name="Equation" r:id="rId6" imgW="2628805" imgH="342843" progId="Equation.3">
                  <p:embed/>
                </p:oleObj>
              </mc:Choice>
              <mc:Fallback>
                <p:oleObj name="Equation" r:id="rId6" imgW="2628805" imgH="342843" progId="Equation.3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36675" y="3590925"/>
                        <a:ext cx="5937250" cy="8953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4455" name="Object 11"/>
          <p:cNvGraphicFramePr>
            <a:graphicFrameLocks noChangeAspect="1"/>
          </p:cNvGraphicFramePr>
          <p:nvPr/>
        </p:nvGraphicFramePr>
        <p:xfrm>
          <a:off x="1489075" y="2600325"/>
          <a:ext cx="5768975" cy="895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4506" name="Equation" r:id="rId8" imgW="2552711" imgH="342843" progId="Equation.3">
                  <p:embed/>
                </p:oleObj>
              </mc:Choice>
              <mc:Fallback>
                <p:oleObj name="Equation" r:id="rId8" imgW="2552711" imgH="342843" progId="Equation.3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89075" y="2600325"/>
                        <a:ext cx="5768975" cy="8953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4456" name="Object 12"/>
          <p:cNvGraphicFramePr>
            <a:graphicFrameLocks noChangeAspect="1"/>
          </p:cNvGraphicFramePr>
          <p:nvPr/>
        </p:nvGraphicFramePr>
        <p:xfrm>
          <a:off x="2281238" y="5475288"/>
          <a:ext cx="3228975" cy="8969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4507" name="公式" r:id="rId10" imgW="1398783" imgH="342843" progId="Equation.3">
                  <p:embed/>
                </p:oleObj>
              </mc:Choice>
              <mc:Fallback>
                <p:oleObj name="公式" r:id="rId10" imgW="1398783" imgH="342843" progId="Equation.3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81238" y="5475288"/>
                        <a:ext cx="3228975" cy="8969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4457" name="Object 13"/>
          <p:cNvGraphicFramePr>
            <a:graphicFrameLocks noChangeAspect="1"/>
          </p:cNvGraphicFramePr>
          <p:nvPr/>
        </p:nvGraphicFramePr>
        <p:xfrm>
          <a:off x="1489075" y="4581525"/>
          <a:ext cx="4521200" cy="8969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4508" name="Equation" r:id="rId12" imgW="1981158" imgH="342843" progId="Equation.3">
                  <p:embed/>
                </p:oleObj>
              </mc:Choice>
              <mc:Fallback>
                <p:oleObj name="Equation" r:id="rId12" imgW="1981158" imgH="342843" progId="Equation.3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89075" y="4581525"/>
                        <a:ext cx="4521200" cy="8969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4458" name="Text Box 55"/>
          <p:cNvSpPr txBox="1">
            <a:spLocks noChangeArrowheads="1"/>
          </p:cNvSpPr>
          <p:nvPr/>
        </p:nvSpPr>
        <p:spPr bwMode="auto">
          <a:xfrm>
            <a:off x="649288" y="258763"/>
            <a:ext cx="8208962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/>
            <a:r>
              <a:rPr kumimoji="1" lang="zh-CN" altLang="en-US" sz="3600" b="1">
                <a:solidFill>
                  <a:srgbClr val="FF0000"/>
                </a:solidFill>
                <a:ea typeface="黑体" panose="02010609060101010101" pitchFamily="49" charset="-122"/>
              </a:rPr>
              <a:t>由反应机理建立复合反应的速率方程</a:t>
            </a: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98" name="Text Box 2"/>
          <p:cNvSpPr txBox="1">
            <a:spLocks noChangeArrowheads="1"/>
          </p:cNvSpPr>
          <p:nvPr/>
        </p:nvSpPr>
        <p:spPr bwMode="auto">
          <a:xfrm>
            <a:off x="1835150" y="2492375"/>
            <a:ext cx="5543550" cy="1016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zh-CN" altLang="en-US" sz="6000" b="1">
                <a:solidFill>
                  <a:srgbClr val="FF0000"/>
                </a:solidFill>
                <a:ea typeface="黑体" panose="02010609060101010101" pitchFamily="49" charset="-122"/>
              </a:rPr>
              <a:t>界 面 现 象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7522" name="Object 4"/>
          <p:cNvGraphicFramePr>
            <a:graphicFrameLocks noChangeAspect="1"/>
          </p:cNvGraphicFramePr>
          <p:nvPr/>
        </p:nvGraphicFramePr>
        <p:xfrm>
          <a:off x="395288" y="4598988"/>
          <a:ext cx="8320087" cy="10429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7547" name="公式" r:id="rId3" imgW="4147309" imgH="517153" progId="Equation.3">
                  <p:embed/>
                </p:oleObj>
              </mc:Choice>
              <mc:Fallback>
                <p:oleObj name="公式" r:id="rId3" imgW="4147309" imgH="517153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5288" y="4598988"/>
                        <a:ext cx="8320087" cy="10429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7523" name="Rectangle 9"/>
          <p:cNvSpPr>
            <a:spLocks noChangeArrowheads="1"/>
          </p:cNvSpPr>
          <p:nvPr/>
        </p:nvSpPr>
        <p:spPr bwMode="auto">
          <a:xfrm>
            <a:off x="611188" y="1196975"/>
            <a:ext cx="7559675" cy="9794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20000"/>
              </a:lnSpc>
            </a:pPr>
            <a:r>
              <a:rPr kumimoji="1" lang="en-US" altLang="zh-CN" sz="2400" b="1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(1)</a:t>
            </a:r>
            <a:r>
              <a:rPr kumimoji="1" lang="zh-CN" altLang="en-US" sz="2400" b="1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、从力的角度：</a:t>
            </a:r>
            <a:r>
              <a:rPr kumimoji="1" lang="zh-CN" altLang="en-US" sz="2400" b="1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界面中单位长度的收缩张力；它沿界面的切线方向作用于边缘上，并垂直于边缘。</a:t>
            </a:r>
          </a:p>
        </p:txBody>
      </p:sp>
      <p:graphicFrame>
        <p:nvGraphicFramePr>
          <p:cNvPr id="107524" name="Object 10"/>
          <p:cNvGraphicFramePr>
            <a:graphicFrameLocks noChangeAspect="1"/>
          </p:cNvGraphicFramePr>
          <p:nvPr/>
        </p:nvGraphicFramePr>
        <p:xfrm>
          <a:off x="3203575" y="3068638"/>
          <a:ext cx="1450975" cy="889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7548" name="公式" r:id="rId5" imgW="718330" imgH="440702" progId="Equation.3">
                  <p:embed/>
                </p:oleObj>
              </mc:Choice>
              <mc:Fallback>
                <p:oleObj name="公式" r:id="rId5" imgW="718330" imgH="440702" progId="Equation.3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03575" y="3068638"/>
                        <a:ext cx="1450975" cy="889000"/>
                      </a:xfrm>
                      <a:prstGeom prst="rect">
                        <a:avLst/>
                      </a:prstGeom>
                      <a:solidFill>
                        <a:srgbClr val="FFFFFF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7525" name="Rectangle 17"/>
          <p:cNvSpPr>
            <a:spLocks noChangeArrowheads="1"/>
          </p:cNvSpPr>
          <p:nvPr/>
        </p:nvSpPr>
        <p:spPr bwMode="auto">
          <a:xfrm>
            <a:off x="611188" y="2205038"/>
            <a:ext cx="7559675" cy="97948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20000"/>
              </a:lnSpc>
            </a:pPr>
            <a:r>
              <a:rPr kumimoji="1" lang="en-US" altLang="zh-CN" sz="2400" b="1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(2)</a:t>
            </a:r>
            <a:r>
              <a:rPr kumimoji="1" lang="zh-CN" altLang="en-US" sz="2400" b="1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、</a:t>
            </a:r>
            <a:r>
              <a:rPr kumimoji="1" lang="zh-CN" altLang="en-US" sz="2400" b="1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从功的角度：</a:t>
            </a:r>
            <a:r>
              <a:rPr lang="zh-CN" altLang="en-US" sz="2400" b="1">
                <a:solidFill>
                  <a:srgbClr val="0000FF"/>
                </a:solidFill>
                <a:ea typeface="黑体" panose="02010609060101010101" pitchFamily="49" charset="-122"/>
              </a:rPr>
              <a:t>增加单位面积时系统必须得到的可逆界面功（非体积功）。</a:t>
            </a:r>
          </a:p>
        </p:txBody>
      </p:sp>
      <p:sp>
        <p:nvSpPr>
          <p:cNvPr id="107526" name="Rectangle 18"/>
          <p:cNvSpPr>
            <a:spLocks noChangeArrowheads="1"/>
          </p:cNvSpPr>
          <p:nvPr/>
        </p:nvSpPr>
        <p:spPr bwMode="auto">
          <a:xfrm>
            <a:off x="611188" y="3994150"/>
            <a:ext cx="4043362" cy="5365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20000"/>
              </a:lnSpc>
            </a:pPr>
            <a:r>
              <a:rPr kumimoji="1" lang="en-US" altLang="zh-CN" sz="2400" b="1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(3)</a:t>
            </a:r>
            <a:r>
              <a:rPr kumimoji="1" lang="zh-CN" altLang="en-US" sz="2400" b="1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、从热力学函数的角度：</a:t>
            </a:r>
            <a:endParaRPr kumimoji="1" lang="zh-CN" altLang="en-US" sz="2400" b="1">
              <a:solidFill>
                <a:srgbClr val="0000FF"/>
              </a:solidFill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sp>
        <p:nvSpPr>
          <p:cNvPr id="12" name="Text Box 29"/>
          <p:cNvSpPr txBox="1">
            <a:spLocks noChangeArrowheads="1"/>
          </p:cNvSpPr>
          <p:nvPr/>
        </p:nvSpPr>
        <p:spPr bwMode="auto">
          <a:xfrm>
            <a:off x="1547813" y="104775"/>
            <a:ext cx="5688012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ctr">
              <a:defRPr/>
            </a:pPr>
            <a:r>
              <a:rPr lang="zh-CN" altLang="en-US" sz="4000" b="1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</a:rPr>
              <a:t>界面张力</a:t>
            </a:r>
            <a:endParaRPr lang="zh-CN" altLang="en-US"/>
          </a:p>
        </p:txBody>
      </p:sp>
      <p:sp>
        <p:nvSpPr>
          <p:cNvPr id="107528" name="Text Box 3"/>
          <p:cNvSpPr txBox="1">
            <a:spLocks noChangeArrowheads="1"/>
          </p:cNvSpPr>
          <p:nvPr/>
        </p:nvSpPr>
        <p:spPr bwMode="auto">
          <a:xfrm>
            <a:off x="-153988" y="5851525"/>
            <a:ext cx="9420226" cy="528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35000"/>
              </a:lnSpc>
            </a:pPr>
            <a:r>
              <a:rPr lang="zh-CN" altLang="en-US" sz="2400" b="1">
                <a:solidFill>
                  <a:srgbClr val="FF0000"/>
                </a:solidFill>
                <a:latin typeface="Verdana" panose="020B0604030504040204" pitchFamily="34" charset="0"/>
                <a:ea typeface="黑体" panose="02010609060101010101" pitchFamily="49" charset="-122"/>
              </a:rPr>
              <a:t>纯液体表面张力随温度的升高而减小，当温度接近临界温度时变为零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46" name="灯片编号占位符 6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A0C28FC0-527D-4FFF-9C31-6E23DC27CF94}" type="slidenum">
              <a:rPr lang="en-US" altLang="zh-CN" sz="1400" smtClean="0"/>
              <a:pPr/>
              <a:t>61</a:t>
            </a:fld>
            <a:endParaRPr lang="en-US" altLang="zh-CN" sz="1400" smtClean="0"/>
          </a:p>
        </p:txBody>
      </p:sp>
      <p:sp>
        <p:nvSpPr>
          <p:cNvPr id="108547" name="Rectangle 2"/>
          <p:cNvSpPr>
            <a:spLocks noGrp="1" noRot="1" noChangeArrowheads="1"/>
          </p:cNvSpPr>
          <p:nvPr>
            <p:ph type="title"/>
          </p:nvPr>
        </p:nvSpPr>
        <p:spPr>
          <a:xfrm>
            <a:off x="322263" y="3278188"/>
            <a:ext cx="2116137" cy="798512"/>
          </a:xfrm>
        </p:spPr>
        <p:txBody>
          <a:bodyPr/>
          <a:lstStyle/>
          <a:p>
            <a:pPr eaLnBrk="1" hangingPunct="1"/>
            <a:r>
              <a:rPr lang="zh-CN" altLang="en-US" sz="2600" b="1" smtClean="0">
                <a:solidFill>
                  <a:srgbClr val="FF33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界面过剩量：</a:t>
            </a:r>
          </a:p>
        </p:txBody>
      </p:sp>
      <p:graphicFrame>
        <p:nvGraphicFramePr>
          <p:cNvPr id="108548" name="Object 3"/>
          <p:cNvGraphicFramePr>
            <a:graphicFrameLocks noGrp="1" noChangeAspect="1"/>
          </p:cNvGraphicFramePr>
          <p:nvPr>
            <p:ph sz="half" idx="1"/>
          </p:nvPr>
        </p:nvGraphicFramePr>
        <p:xfrm>
          <a:off x="3482975" y="4916488"/>
          <a:ext cx="2449513" cy="723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8624" name="公式" r:id="rId4" imgW="734902" imgH="190620" progId="Equation.3">
                  <p:embed/>
                </p:oleObj>
              </mc:Choice>
              <mc:Fallback>
                <p:oleObj name="公式" r:id="rId4" imgW="734902" imgH="190620" progId="Equation.3">
                  <p:embed/>
                  <p:pic>
                    <p:nvPicPr>
                      <p:cNvPr id="0" name="Object 3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82975" y="4916488"/>
                        <a:ext cx="2449513" cy="723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8549" name="Object 4"/>
          <p:cNvGraphicFramePr>
            <a:graphicFrameLocks noChangeAspect="1"/>
          </p:cNvGraphicFramePr>
          <p:nvPr/>
        </p:nvGraphicFramePr>
        <p:xfrm>
          <a:off x="1187450" y="4076700"/>
          <a:ext cx="6837363" cy="577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8625" name="公式" r:id="rId6" imgW="2819548" imgH="201493" progId="Equation.3">
                  <p:embed/>
                </p:oleObj>
              </mc:Choice>
              <mc:Fallback>
                <p:oleObj name="公式" r:id="rId6" imgW="2819548" imgH="201493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87450" y="4076700"/>
                        <a:ext cx="6837363" cy="5778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8550" name="Text Box 6"/>
          <p:cNvSpPr txBox="1">
            <a:spLocks noChangeArrowheads="1"/>
          </p:cNvSpPr>
          <p:nvPr/>
        </p:nvSpPr>
        <p:spPr bwMode="auto">
          <a:xfrm>
            <a:off x="8101013" y="2060575"/>
            <a:ext cx="1841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endParaRPr kumimoji="1" lang="en-US" altLang="zh-CN" sz="2400" b="1">
              <a:latin typeface="Times New Roman" panose="02020603050405020304" pitchFamily="18" charset="0"/>
            </a:endParaRPr>
          </a:p>
        </p:txBody>
      </p:sp>
      <p:sp>
        <p:nvSpPr>
          <p:cNvPr id="108551" name="Rectangle 7"/>
          <p:cNvSpPr>
            <a:spLocks noRot="1" noChangeArrowheads="1"/>
          </p:cNvSpPr>
          <p:nvPr/>
        </p:nvSpPr>
        <p:spPr bwMode="auto">
          <a:xfrm>
            <a:off x="323850" y="4797425"/>
            <a:ext cx="2797175" cy="1027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600" b="1">
                <a:solidFill>
                  <a:srgbClr val="FF33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单位界面过剩量：</a:t>
            </a:r>
          </a:p>
        </p:txBody>
      </p:sp>
      <p:pic>
        <p:nvPicPr>
          <p:cNvPr id="108552" name="Picture 8" descr="15-05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36813" y="1341438"/>
            <a:ext cx="5343525" cy="2546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44777" name="Rectangle 9">
            <a:extLst>
              <a:ext uri="{FF2B5EF4-FFF2-40B4-BE49-F238E27FC236}">
                <a16:creationId xmlns:a16="http://schemas.microsoft.com/office/drawing/2014/main" id="{95248707-A7AA-47F4-8346-7F3B850CA3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17975" y="1298575"/>
            <a:ext cx="4075113" cy="2589213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1" hangingPunct="1">
              <a:lnSpc>
                <a:spcPct val="110000"/>
              </a:lnSpc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None/>
              <a:defRPr/>
            </a:pPr>
            <a:endParaRPr lang="zh-CN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graphicFrame>
        <p:nvGraphicFramePr>
          <p:cNvPr id="108554" name="Object 10"/>
          <p:cNvGraphicFramePr>
            <a:graphicFrameLocks noGrp="1" noChangeAspect="1"/>
          </p:cNvGraphicFramePr>
          <p:nvPr>
            <p:ph sz="half" idx="2"/>
          </p:nvPr>
        </p:nvGraphicFramePr>
        <p:xfrm>
          <a:off x="4359275" y="1320800"/>
          <a:ext cx="2373313" cy="625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8626" name="Equation" r:id="rId9" imgW="925307" imgH="217802" progId="Equation.3">
                  <p:embed/>
                </p:oleObj>
              </mc:Choice>
              <mc:Fallback>
                <p:oleObj name="Equation" r:id="rId9" imgW="925307" imgH="217802" progId="Equation.3">
                  <p:embed/>
                  <p:pic>
                    <p:nvPicPr>
                      <p:cNvPr id="0" name="Object 10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59275" y="1320800"/>
                        <a:ext cx="2373313" cy="6254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8555" name="Object 11"/>
          <p:cNvGraphicFramePr>
            <a:graphicFrameLocks noChangeAspect="1"/>
          </p:cNvGraphicFramePr>
          <p:nvPr/>
        </p:nvGraphicFramePr>
        <p:xfrm>
          <a:off x="4256088" y="2162175"/>
          <a:ext cx="1647825" cy="511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8627" name="公式" r:id="rId11" imgW="812447" imgH="253890" progId="Equation.3">
                  <p:embed/>
                </p:oleObj>
              </mc:Choice>
              <mc:Fallback>
                <p:oleObj name="公式" r:id="rId11" imgW="812447" imgH="253890" progId="Equation.3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56088" y="2162175"/>
                        <a:ext cx="1647825" cy="5111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8556" name="Object 12"/>
          <p:cNvGraphicFramePr>
            <a:graphicFrameLocks noChangeAspect="1"/>
          </p:cNvGraphicFramePr>
          <p:nvPr/>
        </p:nvGraphicFramePr>
        <p:xfrm>
          <a:off x="6110288" y="2162175"/>
          <a:ext cx="1668462" cy="511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8628" name="公式" r:id="rId13" imgW="812447" imgH="253890" progId="Equation.3">
                  <p:embed/>
                </p:oleObj>
              </mc:Choice>
              <mc:Fallback>
                <p:oleObj name="公式" r:id="rId13" imgW="812447" imgH="253890" progId="Equation.3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10288" y="2162175"/>
                        <a:ext cx="1668462" cy="5111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8557" name="Rectangle 2"/>
          <p:cNvSpPr txBox="1">
            <a:spLocks noChangeArrowheads="1"/>
          </p:cNvSpPr>
          <p:nvPr/>
        </p:nvSpPr>
        <p:spPr bwMode="auto">
          <a:xfrm>
            <a:off x="2235200" y="203200"/>
            <a:ext cx="4384675" cy="633413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defTabSz="6858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6858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6858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6858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6858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90000"/>
              </a:lnSpc>
            </a:pPr>
            <a:r>
              <a:rPr lang="zh-CN" altLang="en-US" sz="4000" b="1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单位界面过剩量</a:t>
            </a:r>
          </a:p>
        </p:txBody>
      </p:sp>
      <p:sp>
        <p:nvSpPr>
          <p:cNvPr id="108558" name="文本框 2"/>
          <p:cNvSpPr txBox="1">
            <a:spLocks noChangeArrowheads="1"/>
          </p:cNvSpPr>
          <p:nvPr/>
        </p:nvSpPr>
        <p:spPr bwMode="auto">
          <a:xfrm>
            <a:off x="323850" y="1382713"/>
            <a:ext cx="1898650" cy="492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2600" b="1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吉布斯模型</a:t>
            </a:r>
          </a:p>
        </p:txBody>
      </p:sp>
      <p:graphicFrame>
        <p:nvGraphicFramePr>
          <p:cNvPr id="108559" name="Object 38"/>
          <p:cNvGraphicFramePr>
            <a:graphicFrameLocks noChangeAspect="1"/>
          </p:cNvGraphicFramePr>
          <p:nvPr/>
        </p:nvGraphicFramePr>
        <p:xfrm>
          <a:off x="4256088" y="2879725"/>
          <a:ext cx="1574800" cy="5794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8629" name="公式" r:id="rId15" imgW="685800" imgH="254000" progId="Equation.3">
                  <p:embed/>
                </p:oleObj>
              </mc:Choice>
              <mc:Fallback>
                <p:oleObj name="公式" r:id="rId15" imgW="685800" imgH="254000" progId="Equation.3">
                  <p:embed/>
                  <p:pic>
                    <p:nvPicPr>
                      <p:cNvPr id="0" name="Object 3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56088" y="2879725"/>
                        <a:ext cx="1574800" cy="5794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8560" name="Object 39"/>
          <p:cNvGraphicFramePr>
            <a:graphicFrameLocks noChangeAspect="1"/>
          </p:cNvGraphicFramePr>
          <p:nvPr/>
        </p:nvGraphicFramePr>
        <p:xfrm>
          <a:off x="6240463" y="2862263"/>
          <a:ext cx="1574800" cy="5794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8630" name="公式" r:id="rId17" imgW="685800" imgH="254000" progId="Equation.3">
                  <p:embed/>
                </p:oleObj>
              </mc:Choice>
              <mc:Fallback>
                <p:oleObj name="公式" r:id="rId17" imgW="685800" imgH="254000" progId="Equation.3">
                  <p:embed/>
                  <p:pic>
                    <p:nvPicPr>
                      <p:cNvPr id="0" name="Object 3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40463" y="2862263"/>
                        <a:ext cx="1574800" cy="5794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673" name="Text Box 41"/>
          <p:cNvSpPr txBox="1">
            <a:spLocks noChangeArrowheads="1"/>
          </p:cNvSpPr>
          <p:nvPr/>
        </p:nvSpPr>
        <p:spPr bwMode="auto">
          <a:xfrm>
            <a:off x="1557338" y="139700"/>
            <a:ext cx="5688012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ctr">
              <a:defRPr/>
            </a:pPr>
            <a:r>
              <a:rPr lang="zh-CN" altLang="en-US" sz="4000" b="1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</a:rPr>
              <a:t>单位界面过剩量</a:t>
            </a:r>
            <a:endParaRPr lang="zh-CN" altLang="en-US"/>
          </a:p>
        </p:txBody>
      </p:sp>
      <p:sp>
        <p:nvSpPr>
          <p:cNvPr id="110595" name="Text Box 11"/>
          <p:cNvSpPr txBox="1">
            <a:spLocks noChangeArrowheads="1"/>
          </p:cNvSpPr>
          <p:nvPr/>
        </p:nvSpPr>
        <p:spPr bwMode="auto">
          <a:xfrm>
            <a:off x="322263" y="1298575"/>
            <a:ext cx="8353425" cy="1158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lnSpc>
                <a:spcPct val="125000"/>
              </a:lnSpc>
            </a:pPr>
            <a:r>
              <a:rPr kumimoji="1" lang="zh-CN" altLang="en-US" sz="2800" b="1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吉布斯单位界面过剩量  </a:t>
            </a:r>
            <a:r>
              <a:rPr kumimoji="1" lang="zh-CN" altLang="en-US" sz="2800" b="1">
                <a:solidFill>
                  <a:srgbClr val="3333FF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以溶剂</a:t>
            </a:r>
            <a:r>
              <a:rPr kumimoji="1" lang="en-US" altLang="zh-CN" sz="2800" b="1">
                <a:solidFill>
                  <a:srgbClr val="3333FF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1</a:t>
            </a:r>
            <a:r>
              <a:rPr kumimoji="1" lang="zh-CN" altLang="en-US" sz="2800" b="1">
                <a:solidFill>
                  <a:srgbClr val="3333FF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为参照，定义溶质</a:t>
            </a:r>
            <a:r>
              <a:rPr kumimoji="1" lang="en-US" altLang="zh-CN" sz="2800" b="1" i="1">
                <a:solidFill>
                  <a:srgbClr val="3333FF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i</a:t>
            </a:r>
            <a:r>
              <a:rPr kumimoji="1" lang="zh-CN" altLang="en-US" sz="2800" b="1">
                <a:solidFill>
                  <a:srgbClr val="3333FF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相对于溶剂</a:t>
            </a:r>
            <a:r>
              <a:rPr kumimoji="1" lang="en-US" altLang="zh-CN" sz="2800" b="1">
                <a:solidFill>
                  <a:srgbClr val="3333FF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1</a:t>
            </a:r>
            <a:r>
              <a:rPr kumimoji="1" lang="zh-CN" altLang="en-US" sz="2800" b="1">
                <a:solidFill>
                  <a:srgbClr val="3333FF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的单位界面过剩量。</a:t>
            </a:r>
            <a:r>
              <a:rPr kumimoji="1" lang="zh-CN" altLang="en-US" sz="2800" b="1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 </a:t>
            </a:r>
          </a:p>
        </p:txBody>
      </p:sp>
      <p:pic>
        <p:nvPicPr>
          <p:cNvPr id="110596" name="Picture 4" descr="15-0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1188" y="3284538"/>
            <a:ext cx="6481762" cy="311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110597" name="Object 6"/>
          <p:cNvGraphicFramePr>
            <a:graphicFrameLocks noChangeAspect="1"/>
          </p:cNvGraphicFramePr>
          <p:nvPr/>
        </p:nvGraphicFramePr>
        <p:xfrm>
          <a:off x="2268538" y="2457450"/>
          <a:ext cx="2489200" cy="5127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0630" name="公式" r:id="rId4" imgW="1094067" imgH="190620" progId="Equation.3">
                  <p:embed/>
                </p:oleObj>
              </mc:Choice>
              <mc:Fallback>
                <p:oleObj name="公式" r:id="rId4" imgW="1094067" imgH="19062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68538" y="2457450"/>
                        <a:ext cx="2489200" cy="5127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0598" name="Rectangle 16"/>
          <p:cNvSpPr>
            <a:spLocks noChangeArrowheads="1"/>
          </p:cNvSpPr>
          <p:nvPr/>
        </p:nvSpPr>
        <p:spPr bwMode="auto">
          <a:xfrm>
            <a:off x="6875463" y="3055938"/>
            <a:ext cx="187007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kumimoji="1" lang="zh-CN" altLang="en-US" sz="2400" b="1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正吸附作用 </a:t>
            </a:r>
          </a:p>
        </p:txBody>
      </p:sp>
      <p:sp>
        <p:nvSpPr>
          <p:cNvPr id="110599" name="Rectangle 17"/>
          <p:cNvSpPr>
            <a:spLocks noChangeArrowheads="1"/>
          </p:cNvSpPr>
          <p:nvPr/>
        </p:nvSpPr>
        <p:spPr bwMode="auto">
          <a:xfrm>
            <a:off x="6875463" y="4321175"/>
            <a:ext cx="2376487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kumimoji="1" lang="zh-CN" altLang="en-US" sz="2400" b="1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负吸附作用 </a:t>
            </a:r>
          </a:p>
        </p:txBody>
      </p:sp>
      <p:graphicFrame>
        <p:nvGraphicFramePr>
          <p:cNvPr id="110600" name="Object 18"/>
          <p:cNvGraphicFramePr>
            <a:graphicFrameLocks noChangeAspect="1"/>
          </p:cNvGraphicFramePr>
          <p:nvPr/>
        </p:nvGraphicFramePr>
        <p:xfrm>
          <a:off x="7245350" y="3721100"/>
          <a:ext cx="1103313" cy="4810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0631" name="公式" r:id="rId6" imgW="538748" imgH="234112" progId="Equation.3">
                  <p:embed/>
                </p:oleObj>
              </mc:Choice>
              <mc:Fallback>
                <p:oleObj name="公式" r:id="rId6" imgW="538748" imgH="234112" progId="Equation.3">
                  <p:embed/>
                  <p:pic>
                    <p:nvPicPr>
                      <p:cNvPr id="0" name="Object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245350" y="3721100"/>
                        <a:ext cx="1103313" cy="4810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0601" name="Object 20"/>
          <p:cNvGraphicFramePr>
            <a:graphicFrameLocks noChangeAspect="1"/>
          </p:cNvGraphicFramePr>
          <p:nvPr/>
        </p:nvGraphicFramePr>
        <p:xfrm>
          <a:off x="7262813" y="4897438"/>
          <a:ext cx="1103312" cy="4810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0632" name="公式" r:id="rId8" imgW="538748" imgH="234112" progId="Equation.3">
                  <p:embed/>
                </p:oleObj>
              </mc:Choice>
              <mc:Fallback>
                <p:oleObj name="公式" r:id="rId8" imgW="538748" imgH="234112" progId="Equation.3">
                  <p:embed/>
                  <p:pic>
                    <p:nvPicPr>
                      <p:cNvPr id="0" name="Object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262813" y="4897438"/>
                        <a:ext cx="1103312" cy="4810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0602" name="Rectangle 23"/>
          <p:cNvSpPr>
            <a:spLocks noChangeArrowheads="1"/>
          </p:cNvSpPr>
          <p:nvPr/>
        </p:nvSpPr>
        <p:spPr bwMode="auto">
          <a:xfrm>
            <a:off x="6624638" y="4711700"/>
            <a:ext cx="184150" cy="369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</p:spTree>
  </p:cSld>
  <p:clrMapOvr>
    <a:masterClrMapping/>
  </p:clrMapOvr>
  <p:transition spd="med">
    <p:strips dir="rd"/>
  </p:transition>
  <p:timing>
    <p:tnLst>
      <p:par>
        <p:cTn id="1" dur="indefinite" restart="never" nodeType="tmRoot"/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746" name="Text Box 26"/>
          <p:cNvSpPr txBox="1">
            <a:spLocks noChangeArrowheads="1"/>
          </p:cNvSpPr>
          <p:nvPr/>
        </p:nvSpPr>
        <p:spPr bwMode="auto">
          <a:xfrm>
            <a:off x="1169988" y="188913"/>
            <a:ext cx="6624637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ctr">
              <a:defRPr/>
            </a:pPr>
            <a:r>
              <a:rPr lang="zh-CN" altLang="en-US" sz="4000" b="1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</a:rPr>
              <a:t>界面相的热力学基本方程</a:t>
            </a:r>
            <a:endParaRPr lang="zh-CN" altLang="en-US"/>
          </a:p>
        </p:txBody>
      </p:sp>
      <p:graphicFrame>
        <p:nvGraphicFramePr>
          <p:cNvPr id="111619" name="Object 5"/>
          <p:cNvGraphicFramePr>
            <a:graphicFrameLocks noChangeAspect="1"/>
          </p:cNvGraphicFramePr>
          <p:nvPr/>
        </p:nvGraphicFramePr>
        <p:xfrm>
          <a:off x="755650" y="1700213"/>
          <a:ext cx="7038975" cy="733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1649" name="公式" r:id="rId3" imgW="3175000" imgH="304800" progId="Equation.3">
                  <p:embed/>
                </p:oleObj>
              </mc:Choice>
              <mc:Fallback>
                <p:oleObj name="公式" r:id="rId3" imgW="3175000" imgH="30480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5650" y="1700213"/>
                        <a:ext cx="7038975" cy="7334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 cap="sq">
                            <a:solidFill>
                              <a:schemeClr val="tx1"/>
                            </a:solidFill>
                            <a:miter lim="800000"/>
                            <a:headEnd type="none" w="sm" len="sm"/>
                            <a:tailEnd type="none" w="sm" len="sm"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1620" name="Object 9"/>
          <p:cNvGraphicFramePr>
            <a:graphicFrameLocks noChangeAspect="1"/>
          </p:cNvGraphicFramePr>
          <p:nvPr/>
        </p:nvGraphicFramePr>
        <p:xfrm>
          <a:off x="736600" y="2901950"/>
          <a:ext cx="7291388" cy="7350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1650" name="公式" r:id="rId5" imgW="3289300" imgH="304800" progId="Equation.3">
                  <p:embed/>
                </p:oleObj>
              </mc:Choice>
              <mc:Fallback>
                <p:oleObj name="公式" r:id="rId5" imgW="3289300" imgH="304800" progId="Equation.3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6600" y="2901950"/>
                        <a:ext cx="7291388" cy="7350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 cap="sq">
                            <a:solidFill>
                              <a:schemeClr val="tx1"/>
                            </a:solidFill>
                            <a:miter lim="800000"/>
                            <a:headEnd type="none" w="sm" len="sm"/>
                            <a:tailEnd type="none" w="sm" len="sm"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1621" name="Object 7"/>
          <p:cNvGraphicFramePr>
            <a:graphicFrameLocks noChangeAspect="1"/>
          </p:cNvGraphicFramePr>
          <p:nvPr/>
        </p:nvGraphicFramePr>
        <p:xfrm>
          <a:off x="1531938" y="4203700"/>
          <a:ext cx="5027612" cy="7000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1651" name="公式" r:id="rId7" imgW="2400300" imgH="304800" progId="Equation.3">
                  <p:embed/>
                </p:oleObj>
              </mc:Choice>
              <mc:Fallback>
                <p:oleObj name="公式" r:id="rId7" imgW="2400300" imgH="304800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31938" y="4203700"/>
                        <a:ext cx="5027612" cy="7000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灯片编号占位符 3"/>
          <p:cNvSpPr>
            <a:spLocks noGrp="1"/>
          </p:cNvSpPr>
          <p:nvPr>
            <p:ph type="sldNum" sz="quarter" idx="429496729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F4A57B97-A297-4665-849B-C62714679673}" type="slidenum">
              <a:rPr lang="en-US" altLang="zh-CN" sz="1400" smtClean="0"/>
              <a:pPr/>
              <a:t>64</a:t>
            </a:fld>
            <a:endParaRPr lang="en-US" altLang="zh-CN" sz="1400" smtClean="0"/>
          </a:p>
        </p:txBody>
      </p:sp>
      <p:sp>
        <p:nvSpPr>
          <p:cNvPr id="53251" name="Rectangle 3">
            <a:extLst>
              <a:ext uri="{FF2B5EF4-FFF2-40B4-BE49-F238E27FC236}">
                <a16:creationId xmlns:a16="http://schemas.microsoft.com/office/drawing/2014/main" id="{C367E1C3-3C91-4E38-B63A-2A20E11B467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3388" y="1633538"/>
            <a:ext cx="2986087" cy="16430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/>
          <a:lstStyle>
            <a:lvl1pPr marL="342900" indent="-3429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10000"/>
              </a:lnSpc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None/>
              <a:defRPr/>
            </a:pPr>
            <a:r>
              <a:rPr lang="zh-CN" altLang="en-US" sz="2800" b="1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可逆性判据</a:t>
            </a:r>
          </a:p>
          <a:p>
            <a:pPr eaLnBrk="1" hangingPunct="1">
              <a:lnSpc>
                <a:spcPct val="160000"/>
              </a:lnSpc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None/>
              <a:defRPr/>
            </a:pPr>
            <a:r>
              <a:rPr lang="zh-CN" altLang="en-US" sz="2800" b="1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平衡条件</a:t>
            </a:r>
          </a:p>
          <a:p>
            <a:pPr eaLnBrk="1" hangingPunct="1">
              <a:lnSpc>
                <a:spcPct val="110000"/>
              </a:lnSpc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w"/>
              <a:defRPr/>
            </a:pPr>
            <a:endParaRPr lang="zh-CN" altLang="en-US" sz="2800" b="1">
              <a:solidFill>
                <a:srgbClr val="FF000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eaLnBrk="1" hangingPunct="1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w"/>
              <a:defRPr/>
            </a:pPr>
            <a:endParaRPr lang="zh-CN" altLang="en-US" sz="2800" b="1">
              <a:solidFill>
                <a:srgbClr val="FF000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eaLnBrk="1" hangingPunct="1">
              <a:lnSpc>
                <a:spcPct val="80000"/>
              </a:lnSpc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w"/>
              <a:defRPr/>
            </a:pPr>
            <a:endParaRPr lang="zh-CN" altLang="en-US" sz="2800" b="1">
              <a:solidFill>
                <a:srgbClr val="FF000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eaLnBrk="1" hangingPunct="1">
              <a:lnSpc>
                <a:spcPct val="80000"/>
              </a:lnSpc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w"/>
              <a:defRPr/>
            </a:pPr>
            <a:endParaRPr lang="zh-CN" altLang="en-US" sz="2800" b="1">
              <a:solidFill>
                <a:srgbClr val="FF000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0" indent="0" eaLnBrk="1" hangingPunct="1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defRPr/>
            </a:pPr>
            <a:endParaRPr lang="zh-CN" altLang="en-US" sz="2800" b="1">
              <a:solidFill>
                <a:srgbClr val="FF000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aphicFrame>
        <p:nvGraphicFramePr>
          <p:cNvPr id="112644" name="Object 4"/>
          <p:cNvGraphicFramePr>
            <a:graphicFrameLocks noChangeAspect="1"/>
          </p:cNvGraphicFramePr>
          <p:nvPr/>
        </p:nvGraphicFramePr>
        <p:xfrm>
          <a:off x="2852738" y="1633538"/>
          <a:ext cx="3673475" cy="625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695" name="Equation" r:id="rId4" imgW="1523915" imgH="228676" progId="Equation.3">
                  <p:embed/>
                </p:oleObj>
              </mc:Choice>
              <mc:Fallback>
                <p:oleObj name="Equation" r:id="rId4" imgW="1523915" imgH="228676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52738" y="1633538"/>
                        <a:ext cx="3673475" cy="6254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2645" name="Object 5"/>
          <p:cNvGraphicFramePr>
            <a:graphicFrameLocks noChangeAspect="1"/>
          </p:cNvGraphicFramePr>
          <p:nvPr/>
        </p:nvGraphicFramePr>
        <p:xfrm>
          <a:off x="3068638" y="2401888"/>
          <a:ext cx="3889375" cy="5318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696" name="Equation" r:id="rId6" imgW="1360566" imgH="152564" progId="Equation.3">
                  <p:embed/>
                </p:oleObj>
              </mc:Choice>
              <mc:Fallback>
                <p:oleObj name="Equation" r:id="rId6" imgW="1360566" imgH="152564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68638" y="2401888"/>
                        <a:ext cx="3889375" cy="5318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2646" name="Object 6"/>
          <p:cNvGraphicFramePr>
            <a:graphicFrameLocks noChangeAspect="1"/>
          </p:cNvGraphicFramePr>
          <p:nvPr/>
        </p:nvGraphicFramePr>
        <p:xfrm>
          <a:off x="3068638" y="3121025"/>
          <a:ext cx="3457575" cy="571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697" name="Equation" r:id="rId8" imgW="1344333" imgH="190620" progId="Equation.3">
                  <p:embed/>
                </p:oleObj>
              </mc:Choice>
              <mc:Fallback>
                <p:oleObj name="Equation" r:id="rId8" imgW="1344333" imgH="19062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68638" y="3121025"/>
                        <a:ext cx="3457575" cy="571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2647" name="Object 7"/>
          <p:cNvGraphicFramePr>
            <a:graphicFrameLocks noChangeAspect="1"/>
          </p:cNvGraphicFramePr>
          <p:nvPr/>
        </p:nvGraphicFramePr>
        <p:xfrm>
          <a:off x="2997200" y="3913188"/>
          <a:ext cx="3744913" cy="6048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698" name="公式" r:id="rId10" imgW="1534738" imgH="217802" progId="Equation.3">
                  <p:embed/>
                </p:oleObj>
              </mc:Choice>
              <mc:Fallback>
                <p:oleObj name="公式" r:id="rId10" imgW="1534738" imgH="217802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97200" y="3913188"/>
                        <a:ext cx="3744913" cy="6048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2648" name="Object 8"/>
          <p:cNvGraphicFramePr>
            <a:graphicFrameLocks noChangeAspect="1"/>
          </p:cNvGraphicFramePr>
          <p:nvPr/>
        </p:nvGraphicFramePr>
        <p:xfrm>
          <a:off x="3213100" y="4705350"/>
          <a:ext cx="2232025" cy="650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699" name="Equation" r:id="rId12" imgW="783941" imgH="201493" progId="Equation.3">
                  <p:embed/>
                </p:oleObj>
              </mc:Choice>
              <mc:Fallback>
                <p:oleObj name="Equation" r:id="rId12" imgW="783941" imgH="201493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13100" y="4705350"/>
                        <a:ext cx="2232025" cy="6508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2649" name="文本框 1"/>
          <p:cNvSpPr txBox="1">
            <a:spLocks noChangeArrowheads="1"/>
          </p:cNvSpPr>
          <p:nvPr/>
        </p:nvSpPr>
        <p:spPr bwMode="auto">
          <a:xfrm>
            <a:off x="2027238" y="174625"/>
            <a:ext cx="5129212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3600" b="1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可逆性判据与平衡条件</a:t>
            </a: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90" name="AutoShape 14"/>
          <p:cNvSpPr>
            <a:spLocks noChangeArrowheads="1"/>
          </p:cNvSpPr>
          <p:nvPr/>
        </p:nvSpPr>
        <p:spPr bwMode="auto">
          <a:xfrm>
            <a:off x="1123950" y="1550988"/>
            <a:ext cx="6535738" cy="1104900"/>
          </a:xfrm>
          <a:prstGeom prst="roundRect">
            <a:avLst>
              <a:gd name="adj" fmla="val 16667"/>
            </a:avLst>
          </a:prstGeom>
          <a:solidFill>
            <a:schemeClr val="accent1">
              <a:lumMod val="20000"/>
              <a:lumOff val="80000"/>
            </a:schemeClr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defRPr/>
            </a:pPr>
            <a:endParaRPr lang="zh-CN" altLang="en-US" smtClean="0"/>
          </a:p>
        </p:txBody>
      </p:sp>
      <p:graphicFrame>
        <p:nvGraphicFramePr>
          <p:cNvPr id="114691" name="Object 6"/>
          <p:cNvGraphicFramePr>
            <a:graphicFrameLocks noChangeAspect="1"/>
          </p:cNvGraphicFramePr>
          <p:nvPr/>
        </p:nvGraphicFramePr>
        <p:xfrm>
          <a:off x="831850" y="5372100"/>
          <a:ext cx="4416425" cy="7159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4744" name="公式" r:id="rId3" imgW="1567543" imgH="250422" progId="Equation.3">
                  <p:embed/>
                </p:oleObj>
              </mc:Choice>
              <mc:Fallback>
                <p:oleObj name="公式" r:id="rId3" imgW="1567543" imgH="250422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1850" y="5372100"/>
                        <a:ext cx="4416425" cy="7159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4692" name="Object 7"/>
          <p:cNvGraphicFramePr>
            <a:graphicFrameLocks noChangeAspect="1"/>
          </p:cNvGraphicFramePr>
          <p:nvPr/>
        </p:nvGraphicFramePr>
        <p:xfrm>
          <a:off x="2792413" y="1527175"/>
          <a:ext cx="3168650" cy="1076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4745" name="Equation" r:id="rId5" imgW="1518504" imgH="440702" progId="Equation.3">
                  <p:embed/>
                </p:oleObj>
              </mc:Choice>
              <mc:Fallback>
                <p:oleObj name="Equation" r:id="rId5" imgW="1518504" imgH="440702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92413" y="1527175"/>
                        <a:ext cx="3168650" cy="10763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4693" name="Object 11"/>
          <p:cNvGraphicFramePr>
            <a:graphicFrameLocks noChangeAspect="1"/>
          </p:cNvGraphicFramePr>
          <p:nvPr/>
        </p:nvGraphicFramePr>
        <p:xfrm>
          <a:off x="842963" y="4606925"/>
          <a:ext cx="4252912" cy="684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4746" name="公式" r:id="rId7" imgW="1583776" imgH="250422" progId="Equation.3">
                  <p:embed/>
                </p:oleObj>
              </mc:Choice>
              <mc:Fallback>
                <p:oleObj name="公式" r:id="rId7" imgW="1583776" imgH="250422" progId="Equation.3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42963" y="4606925"/>
                        <a:ext cx="4252912" cy="6842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4694" name="Object 12"/>
          <p:cNvGraphicFramePr>
            <a:graphicFrameLocks noChangeAspect="1"/>
          </p:cNvGraphicFramePr>
          <p:nvPr/>
        </p:nvGraphicFramePr>
        <p:xfrm>
          <a:off x="909638" y="3671888"/>
          <a:ext cx="4230687" cy="631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4747" name="公式" r:id="rId9" imgW="1698087" imgH="250422" progId="Equation.3">
                  <p:embed/>
                </p:oleObj>
              </mc:Choice>
              <mc:Fallback>
                <p:oleObj name="公式" r:id="rId9" imgW="1698087" imgH="250422" progId="Equation.3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09638" y="3671888"/>
                        <a:ext cx="4230687" cy="631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4695" name="Object 13"/>
          <p:cNvGraphicFramePr>
            <a:graphicFrameLocks noChangeAspect="1"/>
          </p:cNvGraphicFramePr>
          <p:nvPr/>
        </p:nvGraphicFramePr>
        <p:xfrm>
          <a:off x="6604000" y="4967288"/>
          <a:ext cx="2030413" cy="5730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4748" name="公式" r:id="rId11" imgW="718330" imgH="196056" progId="Equation.3">
                  <p:embed/>
                </p:oleObj>
              </mc:Choice>
              <mc:Fallback>
                <p:oleObj name="公式" r:id="rId11" imgW="718330" imgH="196056" progId="Equation.3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04000" y="4967288"/>
                        <a:ext cx="2030413" cy="5730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4696" name="AutoShape 15"/>
          <p:cNvSpPr>
            <a:spLocks noChangeArrowheads="1"/>
          </p:cNvSpPr>
          <p:nvPr/>
        </p:nvSpPr>
        <p:spPr bwMode="auto">
          <a:xfrm>
            <a:off x="411163" y="3527425"/>
            <a:ext cx="5113337" cy="2592388"/>
          </a:xfrm>
          <a:prstGeom prst="roundRect">
            <a:avLst>
              <a:gd name="adj" fmla="val 16667"/>
            </a:avLst>
          </a:prstGeom>
          <a:noFill/>
          <a:ln w="38100" cmpd="dbl">
            <a:solidFill>
              <a:srgbClr val="9933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sp>
        <p:nvSpPr>
          <p:cNvPr id="114697" name="AutoShape 16"/>
          <p:cNvSpPr>
            <a:spLocks noChangeArrowheads="1"/>
          </p:cNvSpPr>
          <p:nvPr/>
        </p:nvSpPr>
        <p:spPr bwMode="auto">
          <a:xfrm>
            <a:off x="5595938" y="5038725"/>
            <a:ext cx="976312" cy="485775"/>
          </a:xfrm>
          <a:custGeom>
            <a:avLst/>
            <a:gdLst>
              <a:gd name="T0" fmla="*/ 2147483646 w 21600"/>
              <a:gd name="T1" fmla="*/ 0 h 21600"/>
              <a:gd name="T2" fmla="*/ 0 w 21600"/>
              <a:gd name="T3" fmla="*/ 2147483646 h 21600"/>
              <a:gd name="T4" fmla="*/ 2147483646 w 21600"/>
              <a:gd name="T5" fmla="*/ 2147483646 h 21600"/>
              <a:gd name="T6" fmla="*/ 2147483646 w 21600"/>
              <a:gd name="T7" fmla="*/ 2147483646 h 21600"/>
              <a:gd name="T8" fmla="*/ 17694720 60000 65536"/>
              <a:gd name="T9" fmla="*/ 11796480 60000 65536"/>
              <a:gd name="T10" fmla="*/ 5898240 60000 65536"/>
              <a:gd name="T11" fmla="*/ 0 60000 65536"/>
              <a:gd name="T12" fmla="*/ 3375 w 21600"/>
              <a:gd name="T13" fmla="*/ 5400 h 21600"/>
              <a:gd name="T14" fmla="*/ 18900 w 21600"/>
              <a:gd name="T15" fmla="*/ 16200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16200" y="0"/>
                </a:moveTo>
                <a:lnTo>
                  <a:pt x="16200" y="5400"/>
                </a:lnTo>
                <a:lnTo>
                  <a:pt x="3375" y="5400"/>
                </a:lnTo>
                <a:lnTo>
                  <a:pt x="3375" y="16200"/>
                </a:lnTo>
                <a:lnTo>
                  <a:pt x="16200" y="16200"/>
                </a:lnTo>
                <a:lnTo>
                  <a:pt x="16200" y="21600"/>
                </a:lnTo>
                <a:lnTo>
                  <a:pt x="21600" y="10800"/>
                </a:lnTo>
                <a:lnTo>
                  <a:pt x="16200" y="0"/>
                </a:lnTo>
                <a:close/>
              </a:path>
              <a:path w="21600" h="21600">
                <a:moveTo>
                  <a:pt x="1350" y="5400"/>
                </a:moveTo>
                <a:lnTo>
                  <a:pt x="1350" y="16200"/>
                </a:lnTo>
                <a:lnTo>
                  <a:pt x="2700" y="16200"/>
                </a:lnTo>
                <a:lnTo>
                  <a:pt x="2700" y="5400"/>
                </a:lnTo>
                <a:lnTo>
                  <a:pt x="1350" y="5400"/>
                </a:lnTo>
                <a:close/>
              </a:path>
              <a:path w="21600" h="21600">
                <a:moveTo>
                  <a:pt x="0" y="5400"/>
                </a:moveTo>
                <a:lnTo>
                  <a:pt x="0" y="16200"/>
                </a:lnTo>
                <a:lnTo>
                  <a:pt x="675" y="16200"/>
                </a:lnTo>
                <a:lnTo>
                  <a:pt x="675" y="5400"/>
                </a:lnTo>
                <a:lnTo>
                  <a:pt x="0" y="5400"/>
                </a:lnTo>
                <a:close/>
              </a:path>
            </a:pathLst>
          </a:custGeom>
          <a:solidFill>
            <a:srgbClr val="FF00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38961" name="Text Box 17"/>
          <p:cNvSpPr txBox="1">
            <a:spLocks noChangeArrowheads="1"/>
          </p:cNvSpPr>
          <p:nvPr/>
        </p:nvSpPr>
        <p:spPr bwMode="auto">
          <a:xfrm>
            <a:off x="1547813" y="109538"/>
            <a:ext cx="5688012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ctr">
              <a:defRPr/>
            </a:pPr>
            <a:r>
              <a:rPr lang="zh-CN" altLang="en-US" sz="4000" b="1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</a:rPr>
              <a:t>拉普拉斯方程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5714" name="Picture 3" descr="15-12"/>
          <p:cNvPicPr>
            <a:picLocks noChangeAspect="1" noChangeArrowheads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39975" y="1130300"/>
            <a:ext cx="3810000" cy="3633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" name="Text Box 42"/>
          <p:cNvSpPr txBox="1">
            <a:spLocks noChangeArrowheads="1"/>
          </p:cNvSpPr>
          <p:nvPr/>
        </p:nvSpPr>
        <p:spPr bwMode="auto">
          <a:xfrm>
            <a:off x="1547813" y="149225"/>
            <a:ext cx="5688012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ctr">
              <a:defRPr/>
            </a:pPr>
            <a:r>
              <a:rPr lang="zh-CN" altLang="en-US" sz="4000" b="1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</a:rPr>
              <a:t>毛细管上升或下降</a:t>
            </a:r>
          </a:p>
        </p:txBody>
      </p:sp>
      <p:graphicFrame>
        <p:nvGraphicFramePr>
          <p:cNvPr id="115716" name="Object 50"/>
          <p:cNvGraphicFramePr>
            <a:graphicFrameLocks noChangeAspect="1"/>
          </p:cNvGraphicFramePr>
          <p:nvPr/>
        </p:nvGraphicFramePr>
        <p:xfrm>
          <a:off x="539750" y="5184775"/>
          <a:ext cx="2519363" cy="831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5739" name="公式" r:id="rId5" imgW="1224611" imgH="402646" progId="Equation.3">
                  <p:embed/>
                </p:oleObj>
              </mc:Choice>
              <mc:Fallback>
                <p:oleObj name="公式" r:id="rId5" imgW="1224611" imgH="402646" progId="Equation.3">
                  <p:embed/>
                  <p:pic>
                    <p:nvPicPr>
                      <p:cNvPr id="0" name="Object 5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9750" y="5184775"/>
                        <a:ext cx="2519363" cy="8318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5717" name="AutoShape 51"/>
          <p:cNvSpPr>
            <a:spLocks noChangeArrowheads="1"/>
          </p:cNvSpPr>
          <p:nvPr/>
        </p:nvSpPr>
        <p:spPr bwMode="auto">
          <a:xfrm>
            <a:off x="396875" y="5184775"/>
            <a:ext cx="2879725" cy="862013"/>
          </a:xfrm>
          <a:prstGeom prst="roundRect">
            <a:avLst>
              <a:gd name="adj" fmla="val 16667"/>
            </a:avLst>
          </a:prstGeom>
          <a:noFill/>
          <a:ln w="38100" cmpd="dbl">
            <a:solidFill>
              <a:srgbClr val="9933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graphicFrame>
        <p:nvGraphicFramePr>
          <p:cNvPr id="115718" name="Object 43"/>
          <p:cNvGraphicFramePr>
            <a:graphicFrameLocks noChangeAspect="1"/>
          </p:cNvGraphicFramePr>
          <p:nvPr/>
        </p:nvGraphicFramePr>
        <p:xfrm>
          <a:off x="4987925" y="5138738"/>
          <a:ext cx="3302000" cy="879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5740" name="公式" r:id="rId7" imgW="1518504" imgH="402646" progId="Equation.3">
                  <p:embed/>
                </p:oleObj>
              </mc:Choice>
              <mc:Fallback>
                <p:oleObj name="公式" r:id="rId7" imgW="1518504" imgH="402646" progId="Equation.3">
                  <p:embed/>
                  <p:pic>
                    <p:nvPicPr>
                      <p:cNvPr id="0" name="Object 4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87925" y="5138738"/>
                        <a:ext cx="3302000" cy="8794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5719" name="AutoShape 52"/>
          <p:cNvSpPr>
            <a:spLocks noChangeArrowheads="1"/>
          </p:cNvSpPr>
          <p:nvPr/>
        </p:nvSpPr>
        <p:spPr bwMode="auto">
          <a:xfrm>
            <a:off x="4708525" y="5145088"/>
            <a:ext cx="3744913" cy="936625"/>
          </a:xfrm>
          <a:prstGeom prst="roundRect">
            <a:avLst>
              <a:gd name="adj" fmla="val 16667"/>
            </a:avLst>
          </a:prstGeom>
          <a:noFill/>
          <a:ln w="38100" cmpd="dbl">
            <a:solidFill>
              <a:srgbClr val="9933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sp>
        <p:nvSpPr>
          <p:cNvPr id="115720" name="AutoShape 55"/>
          <p:cNvSpPr>
            <a:spLocks noChangeArrowheads="1"/>
          </p:cNvSpPr>
          <p:nvPr/>
        </p:nvSpPr>
        <p:spPr bwMode="auto">
          <a:xfrm>
            <a:off x="3349625" y="5500688"/>
            <a:ext cx="1295400" cy="112712"/>
          </a:xfrm>
          <a:custGeom>
            <a:avLst/>
            <a:gdLst>
              <a:gd name="T0" fmla="*/ 2147483646 w 21600"/>
              <a:gd name="T1" fmla="*/ 0 h 21600"/>
              <a:gd name="T2" fmla="*/ 0 w 21600"/>
              <a:gd name="T3" fmla="*/ 2147483646 h 21600"/>
              <a:gd name="T4" fmla="*/ 2147483646 w 21600"/>
              <a:gd name="T5" fmla="*/ 2147483646 h 21600"/>
              <a:gd name="T6" fmla="*/ 2147483646 w 21600"/>
              <a:gd name="T7" fmla="*/ 2147483646 h 21600"/>
              <a:gd name="T8" fmla="*/ 17694720 60000 65536"/>
              <a:gd name="T9" fmla="*/ 11796480 60000 65536"/>
              <a:gd name="T10" fmla="*/ 5898240 60000 65536"/>
              <a:gd name="T11" fmla="*/ 0 60000 65536"/>
              <a:gd name="T12" fmla="*/ 3375 w 21600"/>
              <a:gd name="T13" fmla="*/ 5400 h 21600"/>
              <a:gd name="T14" fmla="*/ 18900 w 21600"/>
              <a:gd name="T15" fmla="*/ 16200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16200" y="0"/>
                </a:moveTo>
                <a:lnTo>
                  <a:pt x="16200" y="5400"/>
                </a:lnTo>
                <a:lnTo>
                  <a:pt x="3375" y="5400"/>
                </a:lnTo>
                <a:lnTo>
                  <a:pt x="3375" y="16200"/>
                </a:lnTo>
                <a:lnTo>
                  <a:pt x="16200" y="16200"/>
                </a:lnTo>
                <a:lnTo>
                  <a:pt x="16200" y="21600"/>
                </a:lnTo>
                <a:lnTo>
                  <a:pt x="21600" y="10800"/>
                </a:lnTo>
                <a:lnTo>
                  <a:pt x="16200" y="0"/>
                </a:lnTo>
                <a:close/>
              </a:path>
              <a:path w="21600" h="21600">
                <a:moveTo>
                  <a:pt x="1350" y="5400"/>
                </a:moveTo>
                <a:lnTo>
                  <a:pt x="1350" y="16200"/>
                </a:lnTo>
                <a:lnTo>
                  <a:pt x="2700" y="16200"/>
                </a:lnTo>
                <a:lnTo>
                  <a:pt x="2700" y="5400"/>
                </a:lnTo>
                <a:lnTo>
                  <a:pt x="1350" y="5400"/>
                </a:lnTo>
                <a:close/>
              </a:path>
              <a:path w="21600" h="21600">
                <a:moveTo>
                  <a:pt x="0" y="5400"/>
                </a:moveTo>
                <a:lnTo>
                  <a:pt x="0" y="16200"/>
                </a:lnTo>
                <a:lnTo>
                  <a:pt x="675" y="16200"/>
                </a:lnTo>
                <a:lnTo>
                  <a:pt x="675" y="5400"/>
                </a:lnTo>
                <a:lnTo>
                  <a:pt x="0" y="5400"/>
                </a:lnTo>
                <a:close/>
              </a:path>
            </a:pathLst>
          </a:custGeom>
          <a:solidFill>
            <a:srgbClr val="FF00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830" name="Text Box 38"/>
          <p:cNvSpPr txBox="1">
            <a:spLocks noChangeArrowheads="1"/>
          </p:cNvSpPr>
          <p:nvPr/>
        </p:nvSpPr>
        <p:spPr bwMode="auto">
          <a:xfrm>
            <a:off x="706438" y="1249363"/>
            <a:ext cx="61595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algn="just">
              <a:defRPr/>
            </a:pPr>
            <a:r>
              <a:rPr kumimoji="1" lang="zh-CN" altLang="en-US" sz="2800" b="1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</a:rPr>
              <a:t>液体的</a:t>
            </a:r>
            <a:r>
              <a:rPr kumimoji="1" lang="zh-CN" altLang="en-US" sz="2800" b="1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饱和蒸气压随</a:t>
            </a:r>
            <a:r>
              <a:rPr kumimoji="1" lang="zh-CN" altLang="en-US" sz="2800" b="1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</a:rPr>
              <a:t>液体压力</a:t>
            </a:r>
            <a:r>
              <a:rPr kumimoji="1" lang="zh-CN" altLang="en-US" sz="2800" b="1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  <a:ea typeface="黑体" panose="02010609060101010101" pitchFamily="49" charset="-122"/>
              </a:rPr>
              <a:t>的变化</a:t>
            </a:r>
            <a:endParaRPr kumimoji="1" lang="zh-CN" altLang="en-US" sz="2400">
              <a:latin typeface="宋体" panose="02010600030101010101" pitchFamily="2" charset="-122"/>
              <a:ea typeface="黑体" panose="02010609060101010101" pitchFamily="49" charset="-122"/>
            </a:endParaRPr>
          </a:p>
        </p:txBody>
      </p:sp>
      <p:grpSp>
        <p:nvGrpSpPr>
          <p:cNvPr id="117763" name="Group 64"/>
          <p:cNvGrpSpPr>
            <a:grpSpLocks/>
          </p:cNvGrpSpPr>
          <p:nvPr/>
        </p:nvGrpSpPr>
        <p:grpSpPr bwMode="auto">
          <a:xfrm>
            <a:off x="1084263" y="2308225"/>
            <a:ext cx="6934200" cy="2443163"/>
            <a:chOff x="708" y="840"/>
            <a:chExt cx="4368" cy="1539"/>
          </a:xfrm>
        </p:grpSpPr>
        <p:sp>
          <p:nvSpPr>
            <p:cNvPr id="117769" name="Rectangle 41"/>
            <p:cNvSpPr>
              <a:spLocks noChangeArrowheads="1"/>
            </p:cNvSpPr>
            <p:nvPr/>
          </p:nvSpPr>
          <p:spPr bwMode="auto">
            <a:xfrm>
              <a:off x="708" y="840"/>
              <a:ext cx="1836" cy="1272"/>
            </a:xfrm>
            <a:prstGeom prst="rect">
              <a:avLst/>
            </a:prstGeom>
            <a:noFill/>
            <a:ln w="38100">
              <a:solidFill>
                <a:srgbClr val="4D4D4D"/>
              </a:solidFill>
              <a:miter lim="800000"/>
              <a:headEnd/>
              <a:tailEnd/>
            </a:ln>
            <a:effectLst>
              <a:prstShdw prst="shdw17" dist="17961" dir="2700000">
                <a:srgbClr val="2E2E2E"/>
              </a:prstShd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17770" name="Line 42"/>
            <p:cNvSpPr>
              <a:spLocks noChangeShapeType="1"/>
            </p:cNvSpPr>
            <p:nvPr/>
          </p:nvSpPr>
          <p:spPr bwMode="auto">
            <a:xfrm>
              <a:off x="708" y="1456"/>
              <a:ext cx="1836" cy="0"/>
            </a:xfrm>
            <a:prstGeom prst="line">
              <a:avLst/>
            </a:prstGeom>
            <a:noFill/>
            <a:ln w="76200">
              <a:solidFill>
                <a:srgbClr val="0000FF"/>
              </a:solidFill>
              <a:round/>
              <a:headEnd/>
              <a:tailEnd/>
            </a:ln>
            <a:effectLst>
              <a:prstShdw prst="shdw17" dist="17961" dir="2700000">
                <a:srgbClr val="000099"/>
              </a:prstShdw>
            </a:effectLst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61838" name="Rectangle 46"/>
            <p:cNvSpPr>
              <a:spLocks noChangeArrowheads="1"/>
            </p:cNvSpPr>
            <p:nvPr/>
          </p:nvSpPr>
          <p:spPr bwMode="auto">
            <a:xfrm>
              <a:off x="3240" y="840"/>
              <a:ext cx="1836" cy="1272"/>
            </a:xfrm>
            <a:prstGeom prst="rect">
              <a:avLst/>
            </a:prstGeom>
            <a:noFill/>
            <a:ln w="38100">
              <a:solidFill>
                <a:schemeClr val="tx1"/>
              </a:solidFill>
              <a:miter lim="800000"/>
              <a:headEnd/>
              <a:tailEnd/>
            </a:ln>
            <a:effectLst>
              <a:prstShdw prst="shdw17" dist="17961" dir="2700000">
                <a:schemeClr val="tx1">
                  <a:gamma/>
                  <a:shade val="60000"/>
                  <a:invGamma/>
                </a:schemeClr>
              </a:prstShd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zh-CN" altLang="en-US"/>
            </a:p>
          </p:txBody>
        </p:sp>
        <p:graphicFrame>
          <p:nvGraphicFramePr>
            <p:cNvPr id="117772" name="Object 48"/>
            <p:cNvGraphicFramePr>
              <a:graphicFrameLocks noChangeAspect="1"/>
            </p:cNvGraphicFramePr>
            <p:nvPr/>
          </p:nvGraphicFramePr>
          <p:xfrm>
            <a:off x="1097" y="972"/>
            <a:ext cx="1063" cy="34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7841" name="公式" r:id="rId3" imgW="698500" imgH="228600" progId="Equation.3">
                    <p:embed/>
                  </p:oleObj>
                </mc:Choice>
                <mc:Fallback>
                  <p:oleObj name="公式" r:id="rId3" imgW="698500" imgH="228600" progId="Equation.3">
                    <p:embed/>
                    <p:pic>
                      <p:nvPicPr>
                        <p:cNvPr id="0" name="Object 4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097" y="972"/>
                          <a:ext cx="1063" cy="34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17773" name="Arc 50"/>
            <p:cNvSpPr>
              <a:spLocks/>
            </p:cNvSpPr>
            <p:nvPr/>
          </p:nvSpPr>
          <p:spPr bwMode="auto">
            <a:xfrm rot="-2159440">
              <a:off x="3469" y="1119"/>
              <a:ext cx="1444" cy="1260"/>
            </a:xfrm>
            <a:custGeom>
              <a:avLst/>
              <a:gdLst>
                <a:gd name="T0" fmla="*/ 0 w 21481"/>
                <a:gd name="T1" fmla="*/ 0 h 21600"/>
                <a:gd name="T2" fmla="*/ 0 w 21481"/>
                <a:gd name="T3" fmla="*/ 0 h 21600"/>
                <a:gd name="T4" fmla="*/ 0 w 21481"/>
                <a:gd name="T5" fmla="*/ 0 h 2160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1481" h="21600" fill="none" extrusionOk="0">
                  <a:moveTo>
                    <a:pt x="0" y="0"/>
                  </a:moveTo>
                  <a:cubicBezTo>
                    <a:pt x="11054" y="0"/>
                    <a:pt x="20324" y="8346"/>
                    <a:pt x="21481" y="19339"/>
                  </a:cubicBezTo>
                </a:path>
                <a:path w="21481" h="21600" stroke="0" extrusionOk="0">
                  <a:moveTo>
                    <a:pt x="0" y="0"/>
                  </a:moveTo>
                  <a:cubicBezTo>
                    <a:pt x="11054" y="0"/>
                    <a:pt x="20324" y="8346"/>
                    <a:pt x="21481" y="19339"/>
                  </a:cubicBez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57150">
              <a:solidFill>
                <a:srgbClr val="0000FF"/>
              </a:solidFill>
              <a:round/>
              <a:headEnd/>
              <a:tailEnd/>
            </a:ln>
            <a:effectLst>
              <a:prstShdw prst="shdw17" dist="17961" dir="2700000">
                <a:srgbClr val="000099"/>
              </a:prstShd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117774" name="Object 51"/>
            <p:cNvGraphicFramePr>
              <a:graphicFrameLocks noChangeAspect="1"/>
            </p:cNvGraphicFramePr>
            <p:nvPr/>
          </p:nvGraphicFramePr>
          <p:xfrm>
            <a:off x="1095" y="1632"/>
            <a:ext cx="1043" cy="34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7842" name="公式" r:id="rId5" imgW="685800" imgH="228600" progId="Equation.3">
                    <p:embed/>
                  </p:oleObj>
                </mc:Choice>
                <mc:Fallback>
                  <p:oleObj name="公式" r:id="rId5" imgW="685800" imgH="228600" progId="Equation.3">
                    <p:embed/>
                    <p:pic>
                      <p:nvPicPr>
                        <p:cNvPr id="0" name="Object 5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095" y="1632"/>
                          <a:ext cx="1043" cy="34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17775" name="Object 53"/>
            <p:cNvGraphicFramePr>
              <a:graphicFrameLocks noChangeAspect="1"/>
            </p:cNvGraphicFramePr>
            <p:nvPr/>
          </p:nvGraphicFramePr>
          <p:xfrm>
            <a:off x="3596" y="972"/>
            <a:ext cx="1178" cy="34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7843" name="公式" r:id="rId7" imgW="774364" imgH="228501" progId="Equation.3">
                    <p:embed/>
                  </p:oleObj>
                </mc:Choice>
                <mc:Fallback>
                  <p:oleObj name="公式" r:id="rId7" imgW="774364" imgH="228501" progId="Equation.3">
                    <p:embed/>
                    <p:pic>
                      <p:nvPicPr>
                        <p:cNvPr id="0" name="Object 5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596" y="972"/>
                          <a:ext cx="1178" cy="34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17776" name="Object 54"/>
            <p:cNvGraphicFramePr>
              <a:graphicFrameLocks noChangeAspect="1"/>
            </p:cNvGraphicFramePr>
            <p:nvPr/>
          </p:nvGraphicFramePr>
          <p:xfrm>
            <a:off x="3603" y="1632"/>
            <a:ext cx="1140" cy="34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7844" name="公式" r:id="rId9" imgW="749300" imgH="228600" progId="Equation.3">
                    <p:embed/>
                  </p:oleObj>
                </mc:Choice>
                <mc:Fallback>
                  <p:oleObj name="公式" r:id="rId9" imgW="749300" imgH="228600" progId="Equation.3">
                    <p:embed/>
                    <p:pic>
                      <p:nvPicPr>
                        <p:cNvPr id="0" name="Object 5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603" y="1632"/>
                          <a:ext cx="1140" cy="34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17777" name="AutoShape 55"/>
            <p:cNvSpPr>
              <a:spLocks noChangeArrowheads="1"/>
            </p:cNvSpPr>
            <p:nvPr/>
          </p:nvSpPr>
          <p:spPr bwMode="auto">
            <a:xfrm>
              <a:off x="2616" y="1308"/>
              <a:ext cx="519" cy="330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17694720 60000 65536"/>
                <a:gd name="T9" fmla="*/ 11796480 60000 65536"/>
                <a:gd name="T10" fmla="*/ 5898240 60000 65536"/>
                <a:gd name="T11" fmla="*/ 0 60000 65536"/>
                <a:gd name="T12" fmla="*/ 3371 w 21600"/>
                <a:gd name="T13" fmla="*/ 5433 h 21600"/>
                <a:gd name="T14" fmla="*/ 18895 w 21600"/>
                <a:gd name="T15" fmla="*/ 16233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16200" y="0"/>
                  </a:moveTo>
                  <a:lnTo>
                    <a:pt x="16200" y="5400"/>
                  </a:lnTo>
                  <a:lnTo>
                    <a:pt x="3375" y="5400"/>
                  </a:lnTo>
                  <a:lnTo>
                    <a:pt x="3375" y="16200"/>
                  </a:lnTo>
                  <a:lnTo>
                    <a:pt x="16200" y="16200"/>
                  </a:lnTo>
                  <a:lnTo>
                    <a:pt x="16200" y="21600"/>
                  </a:lnTo>
                  <a:lnTo>
                    <a:pt x="21600" y="10800"/>
                  </a:lnTo>
                  <a:lnTo>
                    <a:pt x="16200" y="0"/>
                  </a:lnTo>
                  <a:close/>
                </a:path>
                <a:path w="21600" h="21600">
                  <a:moveTo>
                    <a:pt x="1350" y="5400"/>
                  </a:moveTo>
                  <a:lnTo>
                    <a:pt x="1350" y="16200"/>
                  </a:lnTo>
                  <a:lnTo>
                    <a:pt x="2700" y="16200"/>
                  </a:lnTo>
                  <a:lnTo>
                    <a:pt x="2700" y="5400"/>
                  </a:lnTo>
                  <a:lnTo>
                    <a:pt x="1350" y="5400"/>
                  </a:lnTo>
                  <a:close/>
                </a:path>
                <a:path w="21600" h="21600">
                  <a:moveTo>
                    <a:pt x="0" y="5400"/>
                  </a:moveTo>
                  <a:lnTo>
                    <a:pt x="0" y="16200"/>
                  </a:lnTo>
                  <a:lnTo>
                    <a:pt x="675" y="16200"/>
                  </a:lnTo>
                  <a:lnTo>
                    <a:pt x="675" y="5400"/>
                  </a:lnTo>
                  <a:lnTo>
                    <a:pt x="0" y="5400"/>
                  </a:lnTo>
                  <a:close/>
                </a:path>
              </a:pathLst>
            </a:custGeom>
            <a:solidFill>
              <a:srgbClr val="CC99FF"/>
            </a:solidFill>
            <a:ln>
              <a:noFill/>
            </a:ln>
            <a:effectLst>
              <a:prstShdw prst="shdw17" dist="17961" dir="2700000">
                <a:srgbClr val="7A5C99"/>
              </a:prstShdw>
            </a:effectLst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117764" name="Group 67"/>
          <p:cNvGrpSpPr>
            <a:grpSpLocks/>
          </p:cNvGrpSpPr>
          <p:nvPr/>
        </p:nvGrpSpPr>
        <p:grpSpPr bwMode="auto">
          <a:xfrm>
            <a:off x="1084263" y="4511675"/>
            <a:ext cx="7270750" cy="506413"/>
            <a:chOff x="684" y="2328"/>
            <a:chExt cx="4580" cy="319"/>
          </a:xfrm>
        </p:grpSpPr>
        <p:graphicFrame>
          <p:nvGraphicFramePr>
            <p:cNvPr id="117767" name="Object 65"/>
            <p:cNvGraphicFramePr>
              <a:graphicFrameLocks noChangeAspect="1"/>
            </p:cNvGraphicFramePr>
            <p:nvPr/>
          </p:nvGraphicFramePr>
          <p:xfrm>
            <a:off x="684" y="2340"/>
            <a:ext cx="2048" cy="30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7845" name="公式" r:id="rId11" imgW="1524000" imgH="228600" progId="Equation.3">
                    <p:embed/>
                  </p:oleObj>
                </mc:Choice>
                <mc:Fallback>
                  <p:oleObj name="公式" r:id="rId11" imgW="1524000" imgH="228600" progId="Equation.3">
                    <p:embed/>
                    <p:pic>
                      <p:nvPicPr>
                        <p:cNvPr id="0" name="Object 6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84" y="2340"/>
                          <a:ext cx="2048" cy="30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17768" name="Object 66"/>
            <p:cNvGraphicFramePr>
              <a:graphicFrameLocks noChangeAspect="1"/>
            </p:cNvGraphicFramePr>
            <p:nvPr/>
          </p:nvGraphicFramePr>
          <p:xfrm>
            <a:off x="3097" y="2328"/>
            <a:ext cx="2167" cy="30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7846" name="公式" r:id="rId13" imgW="1612900" imgH="228600" progId="Equation.3">
                    <p:embed/>
                  </p:oleObj>
                </mc:Choice>
                <mc:Fallback>
                  <p:oleObj name="公式" r:id="rId13" imgW="1612900" imgH="228600" progId="Equation.3">
                    <p:embed/>
                    <p:pic>
                      <p:nvPicPr>
                        <p:cNvPr id="0" name="Object 6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097" y="2328"/>
                          <a:ext cx="2167" cy="30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117765" name="Object 3"/>
          <p:cNvGraphicFramePr>
            <a:graphicFrameLocks noChangeAspect="1"/>
          </p:cNvGraphicFramePr>
          <p:nvPr/>
        </p:nvGraphicFramePr>
        <p:xfrm>
          <a:off x="2351088" y="5245100"/>
          <a:ext cx="4318000" cy="9731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7847" name="Equation" r:id="rId15" imgW="1932119" imgH="402646" progId="Equation.3">
                  <p:embed/>
                </p:oleObj>
              </mc:Choice>
              <mc:Fallback>
                <p:oleObj name="Equation" r:id="rId15" imgW="1932119" imgH="402646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51088" y="5245100"/>
                        <a:ext cx="4318000" cy="9731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" name="Text Box 28"/>
          <p:cNvSpPr txBox="1">
            <a:spLocks noChangeArrowheads="1"/>
          </p:cNvSpPr>
          <p:nvPr/>
        </p:nvSpPr>
        <p:spPr bwMode="auto">
          <a:xfrm>
            <a:off x="1547813" y="139700"/>
            <a:ext cx="5688012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ctr">
              <a:defRPr/>
            </a:pPr>
            <a:r>
              <a:rPr lang="zh-CN" altLang="en-US" sz="4000" b="1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</a:rPr>
              <a:t>开尔文方程</a:t>
            </a:r>
          </a:p>
        </p:txBody>
      </p:sp>
    </p:spTree>
  </p:cSld>
  <p:clrMapOvr>
    <a:masterClrMapping/>
  </p:clrMapOvr>
  <p:transition spd="med">
    <p:random/>
  </p:transition>
  <p:timing>
    <p:tnLst>
      <p:par>
        <p:cTn id="1" dur="indefinite" restart="never" nodeType="tmRoot"/>
      </p:par>
    </p:tn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268" name="Text Box 28"/>
          <p:cNvSpPr txBox="1">
            <a:spLocks noChangeArrowheads="1"/>
          </p:cNvSpPr>
          <p:nvPr/>
        </p:nvSpPr>
        <p:spPr bwMode="auto">
          <a:xfrm>
            <a:off x="1201738" y="182563"/>
            <a:ext cx="3097212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defRPr/>
            </a:pPr>
            <a:r>
              <a:rPr lang="zh-CN" altLang="en-US" sz="4000" b="1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</a:rPr>
              <a:t>开尔文方程</a:t>
            </a:r>
          </a:p>
        </p:txBody>
      </p:sp>
      <p:graphicFrame>
        <p:nvGraphicFramePr>
          <p:cNvPr id="118787" name="Object 4"/>
          <p:cNvGraphicFramePr>
            <a:graphicFrameLocks noChangeAspect="1"/>
          </p:cNvGraphicFramePr>
          <p:nvPr/>
        </p:nvGraphicFramePr>
        <p:xfrm>
          <a:off x="2871788" y="2481263"/>
          <a:ext cx="2198687" cy="984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8841" name="公式" r:id="rId3" imgW="919896" imgH="424392" progId="Equation.3">
                  <p:embed/>
                </p:oleObj>
              </mc:Choice>
              <mc:Fallback>
                <p:oleObj name="公式" r:id="rId3" imgW="919896" imgH="424392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71788" y="2481263"/>
                        <a:ext cx="2198687" cy="984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8788" name="Object 6"/>
          <p:cNvGraphicFramePr>
            <a:graphicFrameLocks noChangeAspect="1"/>
          </p:cNvGraphicFramePr>
          <p:nvPr/>
        </p:nvGraphicFramePr>
        <p:xfrm>
          <a:off x="2751138" y="4121150"/>
          <a:ext cx="2447925" cy="1041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8842" name="公式" r:id="rId5" imgW="1017973" imgH="424392" progId="Equation.3">
                  <p:embed/>
                </p:oleObj>
              </mc:Choice>
              <mc:Fallback>
                <p:oleObj name="公式" r:id="rId5" imgW="1017973" imgH="424392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51138" y="4121150"/>
                        <a:ext cx="2447925" cy="1041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8789" name="Text Box 3"/>
          <p:cNvSpPr txBox="1">
            <a:spLocks noChangeArrowheads="1"/>
          </p:cNvSpPr>
          <p:nvPr/>
        </p:nvSpPr>
        <p:spPr bwMode="auto">
          <a:xfrm>
            <a:off x="539750" y="1381125"/>
            <a:ext cx="7704138" cy="954088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en-US" altLang="zh-CN" sz="2800" b="1">
                <a:latin typeface="Times New Roman" panose="02020603050405020304" pitchFamily="18" charset="0"/>
                <a:ea typeface="黑体" panose="02010609060101010101" pitchFamily="49" charset="-122"/>
              </a:rPr>
              <a:t>(1)</a:t>
            </a:r>
            <a:r>
              <a:rPr kumimoji="1" lang="zh-CN" altLang="en-US" sz="2800" b="1">
                <a:latin typeface="Times New Roman" panose="02020603050405020304" pitchFamily="18" charset="0"/>
                <a:ea typeface="黑体" panose="02010609060101010101" pitchFamily="49" charset="-122"/>
              </a:rPr>
              <a:t>微小液滴或毛细管中凸面液体或微小晶体的饱和蒸气压</a:t>
            </a:r>
            <a:endParaRPr kumimoji="1" lang="zh-CN" altLang="en-US" sz="2800"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graphicFrame>
        <p:nvGraphicFramePr>
          <p:cNvPr id="118790" name="Object 11"/>
          <p:cNvGraphicFramePr>
            <a:graphicFrameLocks noChangeAspect="1"/>
          </p:cNvGraphicFramePr>
          <p:nvPr/>
        </p:nvGraphicFramePr>
        <p:xfrm>
          <a:off x="2447925" y="1679575"/>
          <a:ext cx="477838" cy="6556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8843" name="公式" r:id="rId7" imgW="168760" imgH="206929" progId="Equation.3">
                  <p:embed/>
                </p:oleObj>
              </mc:Choice>
              <mc:Fallback>
                <p:oleObj name="公式" r:id="rId7" imgW="168760" imgH="206929" progId="Equation.3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47925" y="1679575"/>
                        <a:ext cx="477838" cy="6556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18791" name="Group 39"/>
          <p:cNvGrpSpPr>
            <a:grpSpLocks/>
          </p:cNvGrpSpPr>
          <p:nvPr/>
        </p:nvGrpSpPr>
        <p:grpSpPr bwMode="auto">
          <a:xfrm>
            <a:off x="611188" y="3465513"/>
            <a:ext cx="7008812" cy="574675"/>
            <a:chOff x="204" y="1793"/>
            <a:chExt cx="4192" cy="362"/>
          </a:xfrm>
        </p:grpSpPr>
        <p:sp>
          <p:nvSpPr>
            <p:cNvPr id="12" name="Text Box 5"/>
            <p:cNvSpPr txBox="1">
              <a:spLocks noChangeArrowheads="1"/>
            </p:cNvSpPr>
            <p:nvPr/>
          </p:nvSpPr>
          <p:spPr bwMode="auto">
            <a:xfrm>
              <a:off x="204" y="1811"/>
              <a:ext cx="4192" cy="3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pPr eaLnBrk="1" hangingPunct="1">
                <a:defRPr/>
              </a:pPr>
              <a:r>
                <a:rPr kumimoji="1" lang="en-US" altLang="zh-CN" sz="2800" b="1" dirty="0"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  <a:ea typeface="黑体" panose="02010609060101010101" pitchFamily="49" charset="-122"/>
                </a:rPr>
                <a:t>(2)</a:t>
              </a:r>
              <a:r>
                <a:rPr kumimoji="1" lang="zh-CN" altLang="en-US" sz="2800" b="1" dirty="0"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  <a:ea typeface="黑体" panose="02010609060101010101" pitchFamily="49" charset="-122"/>
                </a:rPr>
                <a:t>毛细管内凹面液体的饱和蒸气压</a:t>
              </a:r>
              <a:endParaRPr kumimoji="1" lang="zh-CN" altLang="en-US" sz="2800" dirty="0">
                <a:latin typeface="Times New Roman" panose="02020603050405020304" pitchFamily="18" charset="0"/>
                <a:ea typeface="黑体" panose="02010609060101010101" pitchFamily="49" charset="-122"/>
              </a:endParaRPr>
            </a:p>
          </p:txBody>
        </p:sp>
        <p:graphicFrame>
          <p:nvGraphicFramePr>
            <p:cNvPr id="118795" name="Object 12"/>
            <p:cNvGraphicFramePr>
              <a:graphicFrameLocks noChangeAspect="1"/>
            </p:cNvGraphicFramePr>
            <p:nvPr/>
          </p:nvGraphicFramePr>
          <p:xfrm>
            <a:off x="3477" y="1793"/>
            <a:ext cx="302" cy="36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8844" name="公式" r:id="rId9" imgW="168760" imgH="206929" progId="Equation.3">
                    <p:embed/>
                  </p:oleObj>
                </mc:Choice>
                <mc:Fallback>
                  <p:oleObj name="公式" r:id="rId9" imgW="168760" imgH="206929" progId="Equation.3">
                    <p:embed/>
                    <p:pic>
                      <p:nvPicPr>
                        <p:cNvPr id="0" name="Object 1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477" y="1793"/>
                          <a:ext cx="302" cy="36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18792" name="Rectangle 3"/>
          <p:cNvSpPr txBox="1">
            <a:spLocks noRot="1" noChangeArrowheads="1"/>
          </p:cNvSpPr>
          <p:nvPr/>
        </p:nvSpPr>
        <p:spPr bwMode="auto">
          <a:xfrm>
            <a:off x="755650" y="5722938"/>
            <a:ext cx="2600325" cy="10080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10000"/>
              </a:lnSpc>
              <a:spcBef>
                <a:spcPct val="20000"/>
              </a:spcBef>
              <a:buClr>
                <a:schemeClr val="folHlink"/>
              </a:buClr>
              <a:buSzPct val="85000"/>
              <a:buFont typeface="Wingdings 2" panose="05020102010507070707" pitchFamily="18" charset="2"/>
              <a:buNone/>
            </a:pPr>
            <a:r>
              <a:rPr lang="zh-CN" altLang="en-US" sz="3200" b="1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亚稳状态</a:t>
            </a:r>
          </a:p>
        </p:txBody>
      </p:sp>
      <p:graphicFrame>
        <p:nvGraphicFramePr>
          <p:cNvPr id="118793" name="Object 5"/>
          <p:cNvGraphicFramePr>
            <a:graphicFrameLocks noChangeAspect="1"/>
          </p:cNvGraphicFramePr>
          <p:nvPr/>
        </p:nvGraphicFramePr>
        <p:xfrm>
          <a:off x="4787900" y="-20638"/>
          <a:ext cx="3968750" cy="110490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8845" name="公式" r:id="rId11" imgW="1600348" imgH="418955" progId="Equation.3">
                  <p:embed/>
                </p:oleObj>
              </mc:Choice>
              <mc:Fallback>
                <p:oleObj name="公式" r:id="rId11" imgW="1600348" imgH="418955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87900" y="-20638"/>
                        <a:ext cx="3968750" cy="110490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810" name="Text Box 2"/>
          <p:cNvSpPr txBox="1">
            <a:spLocks noChangeArrowheads="1"/>
          </p:cNvSpPr>
          <p:nvPr/>
        </p:nvSpPr>
        <p:spPr bwMode="auto">
          <a:xfrm>
            <a:off x="304800" y="182563"/>
            <a:ext cx="8964613" cy="646112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zh-CN" altLang="en-US" sz="3600" b="1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吉布斯等温方程</a:t>
            </a:r>
            <a:r>
              <a:rPr kumimoji="1" lang="zh-CN" altLang="en-US" sz="2800" b="1">
                <a:latin typeface="Times New Roman" panose="02020603050405020304" pitchFamily="18" charset="0"/>
                <a:ea typeface="黑体" panose="02010609060101010101" pitchFamily="49" charset="-122"/>
              </a:rPr>
              <a:t>（</a:t>
            </a:r>
            <a:r>
              <a:rPr lang="zh-CN" altLang="en-US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主要用于</a:t>
            </a:r>
            <a:r>
              <a:rPr lang="en-US" altLang="zh-CN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g-l</a:t>
            </a:r>
            <a:r>
              <a:rPr lang="zh-CN" altLang="en-US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和</a:t>
            </a:r>
            <a:r>
              <a:rPr lang="en-US" altLang="zh-CN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l-l</a:t>
            </a:r>
            <a:r>
              <a:rPr lang="zh-CN" altLang="en-US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界面的吸附）</a:t>
            </a:r>
          </a:p>
        </p:txBody>
      </p:sp>
      <p:sp>
        <p:nvSpPr>
          <p:cNvPr id="119811" name="Rectangle 3"/>
          <p:cNvSpPr>
            <a:spLocks noChangeArrowheads="1"/>
          </p:cNvSpPr>
          <p:nvPr/>
        </p:nvSpPr>
        <p:spPr bwMode="auto">
          <a:xfrm>
            <a:off x="0" y="2773363"/>
            <a:ext cx="18415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graphicFrame>
        <p:nvGraphicFramePr>
          <p:cNvPr id="119812" name="Object 4"/>
          <p:cNvGraphicFramePr>
            <a:graphicFrameLocks noChangeAspect="1"/>
          </p:cNvGraphicFramePr>
          <p:nvPr/>
        </p:nvGraphicFramePr>
        <p:xfrm>
          <a:off x="1382713" y="1349375"/>
          <a:ext cx="3025775" cy="1144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9845" name="公式" r:id="rId3" imgW="1269449" imgH="482391" progId="Equation.3">
                  <p:embed/>
                </p:oleObj>
              </mc:Choice>
              <mc:Fallback>
                <p:oleObj name="公式" r:id="rId3" imgW="1269449" imgH="482391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82713" y="1349375"/>
                        <a:ext cx="3025775" cy="11445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19813" name="Picture 5" descr="15-09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69013" y="3276600"/>
            <a:ext cx="2286000" cy="2387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9814" name="Text Box 7"/>
          <p:cNvSpPr txBox="1">
            <a:spLocks noChangeArrowheads="1"/>
          </p:cNvSpPr>
          <p:nvPr/>
        </p:nvSpPr>
        <p:spPr bwMode="auto">
          <a:xfrm>
            <a:off x="539750" y="2951163"/>
            <a:ext cx="5060950" cy="523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800" b="1" i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c</a:t>
            </a:r>
            <a:r>
              <a:rPr lang="en-US" altLang="zh-CN" sz="2800" b="1" baseline="-3000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2</a:t>
            </a:r>
            <a:r>
              <a:rPr lang="en-US" altLang="zh-CN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 </a:t>
            </a:r>
            <a:r>
              <a:rPr lang="en-US" altLang="zh-CN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0</a:t>
            </a:r>
            <a:r>
              <a:rPr lang="zh-CN" altLang="en-US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时，   与</a:t>
            </a:r>
            <a:r>
              <a:rPr lang="en-US" altLang="zh-CN" sz="2800" b="1" i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c</a:t>
            </a:r>
            <a:r>
              <a:rPr lang="en-US" altLang="zh-CN" sz="2800" b="1" baseline="-3000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2</a:t>
            </a:r>
            <a:r>
              <a:rPr lang="zh-CN" altLang="en-US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成线性关系。</a:t>
            </a:r>
          </a:p>
        </p:txBody>
      </p:sp>
      <p:graphicFrame>
        <p:nvGraphicFramePr>
          <p:cNvPr id="119815" name="Object 11"/>
          <p:cNvGraphicFramePr>
            <a:graphicFrameLocks noChangeAspect="1"/>
          </p:cNvGraphicFramePr>
          <p:nvPr/>
        </p:nvGraphicFramePr>
        <p:xfrm>
          <a:off x="936625" y="3790950"/>
          <a:ext cx="3467100" cy="2368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9846" name="公式" r:id="rId6" imgW="1435100" imgH="977900" progId="Equation.3">
                  <p:embed/>
                </p:oleObj>
              </mc:Choice>
              <mc:Fallback>
                <p:oleObj name="公式" r:id="rId6" imgW="1435100" imgH="977900" progId="Equation.3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36625" y="3790950"/>
                        <a:ext cx="3467100" cy="23685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9816" name="Text Box 12"/>
          <p:cNvSpPr txBox="1">
            <a:spLocks noChangeArrowheads="1"/>
          </p:cNvSpPr>
          <p:nvPr/>
        </p:nvSpPr>
        <p:spPr bwMode="auto">
          <a:xfrm>
            <a:off x="4787900" y="1589088"/>
            <a:ext cx="4935538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/>
            <a:r>
              <a:rPr kumimoji="1" lang="zh-CN" altLang="en-US" sz="2800" b="1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条件：稀溶液</a:t>
            </a:r>
          </a:p>
        </p:txBody>
      </p:sp>
      <p:graphicFrame>
        <p:nvGraphicFramePr>
          <p:cNvPr id="119817" name="Object 13"/>
          <p:cNvGraphicFramePr>
            <a:graphicFrameLocks noChangeAspect="1"/>
          </p:cNvGraphicFramePr>
          <p:nvPr/>
        </p:nvGraphicFramePr>
        <p:xfrm>
          <a:off x="2411413" y="3114675"/>
          <a:ext cx="357187" cy="323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9847" name="公式" r:id="rId8" imgW="139518" imgH="126835" progId="Equation.3">
                  <p:embed/>
                </p:oleObj>
              </mc:Choice>
              <mc:Fallback>
                <p:oleObj name="公式" r:id="rId8" imgW="139518" imgH="126835" progId="Equation.3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11413" y="3114675"/>
                        <a:ext cx="357187" cy="3238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34" name="灯片编号占位符 3"/>
          <p:cNvSpPr>
            <a:spLocks noGrp="1"/>
          </p:cNvSpPr>
          <p:nvPr>
            <p:ph type="sldNum" sz="quarter" idx="4294967295"/>
          </p:nvPr>
        </p:nvSpPr>
        <p:spPr bwMode="auto">
          <a:xfrm>
            <a:off x="6457950" y="6184900"/>
            <a:ext cx="2057400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36C7EA7D-6ECA-4E03-B3A7-3698B97AD35C}" type="slidenum">
              <a:rPr lang="en-US" altLang="zh-CN" sz="1400" smtClean="0"/>
              <a:pPr/>
              <a:t>70</a:t>
            </a:fld>
            <a:endParaRPr lang="en-US" altLang="zh-CN" sz="1400" smtClean="0"/>
          </a:p>
        </p:txBody>
      </p:sp>
      <p:pic>
        <p:nvPicPr>
          <p:cNvPr id="120835" name="Picture 4" descr="15-1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4213" y="2247900"/>
            <a:ext cx="7681912" cy="933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120836" name="Object 5"/>
          <p:cNvGraphicFramePr>
            <a:graphicFrameLocks noChangeAspect="1"/>
          </p:cNvGraphicFramePr>
          <p:nvPr/>
        </p:nvGraphicFramePr>
        <p:xfrm>
          <a:off x="2112963" y="3422650"/>
          <a:ext cx="5084762" cy="6397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0858" name="公式" r:id="rId5" imgW="1905000" imgH="241300" progId="Equation.3">
                  <p:embed/>
                </p:oleObj>
              </mc:Choice>
              <mc:Fallback>
                <p:oleObj name="公式" r:id="rId5" imgW="1905000" imgH="24130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12963" y="3422650"/>
                        <a:ext cx="5084762" cy="6397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0837" name="Object 6"/>
          <p:cNvGraphicFramePr>
            <a:graphicFrameLocks noChangeAspect="1"/>
          </p:cNvGraphicFramePr>
          <p:nvPr/>
        </p:nvGraphicFramePr>
        <p:xfrm>
          <a:off x="1557338" y="4281488"/>
          <a:ext cx="6276975" cy="1212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0859" name="Equation" r:id="rId7" imgW="2258817" imgH="402646" progId="Equation.3">
                  <p:embed/>
                </p:oleObj>
              </mc:Choice>
              <mc:Fallback>
                <p:oleObj name="Equation" r:id="rId7" imgW="2258817" imgH="402646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57338" y="4281488"/>
                        <a:ext cx="6276975" cy="1212850"/>
                      </a:xfrm>
                      <a:prstGeom prst="rect">
                        <a:avLst/>
                      </a:prstGeom>
                      <a:solidFill>
                        <a:srgbClr val="CCFFFF"/>
                      </a:solidFill>
                      <a:ln w="9525">
                        <a:solidFill>
                          <a:schemeClr val="bg2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Text Box 24"/>
          <p:cNvSpPr txBox="1">
            <a:spLocks noChangeArrowheads="1"/>
          </p:cNvSpPr>
          <p:nvPr/>
        </p:nvSpPr>
        <p:spPr bwMode="auto">
          <a:xfrm>
            <a:off x="1258888" y="1258888"/>
            <a:ext cx="252095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defRPr/>
            </a:pPr>
            <a:r>
              <a:rPr lang="zh-CN" altLang="en-US" sz="3200" b="1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</a:rPr>
              <a:t>铺展系数</a:t>
            </a:r>
          </a:p>
        </p:txBody>
      </p:sp>
      <p:sp>
        <p:nvSpPr>
          <p:cNvPr id="7" name="Text Box 14"/>
          <p:cNvSpPr txBox="1">
            <a:spLocks noChangeArrowheads="1"/>
          </p:cNvSpPr>
          <p:nvPr/>
        </p:nvSpPr>
        <p:spPr bwMode="auto">
          <a:xfrm>
            <a:off x="1547813" y="149225"/>
            <a:ext cx="5688012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ctr">
              <a:defRPr/>
            </a:pPr>
            <a:r>
              <a:rPr lang="zh-CN" altLang="en-US" sz="4000" b="1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</a:rPr>
              <a:t>润湿与铺展</a:t>
            </a:r>
          </a:p>
        </p:txBody>
      </p:sp>
    </p:spTree>
  </p:cSld>
  <p:clrMapOvr>
    <a:masterClrMapping/>
  </p:clrMapOvr>
  <p:transition spd="med">
    <p:random/>
  </p:transition>
  <p:timing>
    <p:tnLst>
      <p:par>
        <p:cTn id="1" dur="indefinite" restart="never" nodeType="tmRoot"/>
      </p:par>
    </p:tn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786" name="AutoShape 48"/>
          <p:cNvSpPr>
            <a:spLocks noChangeArrowheads="1"/>
          </p:cNvSpPr>
          <p:nvPr/>
        </p:nvSpPr>
        <p:spPr bwMode="auto">
          <a:xfrm>
            <a:off x="179388" y="4341813"/>
            <a:ext cx="2125662" cy="2089150"/>
          </a:xfrm>
          <a:prstGeom prst="roundRect">
            <a:avLst>
              <a:gd name="adj" fmla="val 16667"/>
            </a:avLst>
          </a:prstGeom>
          <a:solidFill>
            <a:schemeClr val="accent1">
              <a:lumMod val="20000"/>
              <a:lumOff val="80000"/>
            </a:schemeClr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defRPr/>
            </a:pPr>
            <a:endParaRPr lang="zh-CN" altLang="en-US" smtClean="0"/>
          </a:p>
        </p:txBody>
      </p:sp>
      <p:sp>
        <p:nvSpPr>
          <p:cNvPr id="118787" name="AutoShape 47"/>
          <p:cNvSpPr>
            <a:spLocks noChangeArrowheads="1"/>
          </p:cNvSpPr>
          <p:nvPr/>
        </p:nvSpPr>
        <p:spPr bwMode="auto">
          <a:xfrm>
            <a:off x="6804025" y="4341813"/>
            <a:ext cx="2160588" cy="2089150"/>
          </a:xfrm>
          <a:prstGeom prst="roundRect">
            <a:avLst>
              <a:gd name="adj" fmla="val 16667"/>
            </a:avLst>
          </a:prstGeom>
          <a:solidFill>
            <a:schemeClr val="accent1">
              <a:lumMod val="20000"/>
              <a:lumOff val="80000"/>
            </a:schemeClr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defRPr/>
            </a:pPr>
            <a:endParaRPr lang="zh-CN" altLang="en-US" smtClean="0"/>
          </a:p>
        </p:txBody>
      </p:sp>
      <p:sp>
        <p:nvSpPr>
          <p:cNvPr id="118788" name="AutoShape 46"/>
          <p:cNvSpPr>
            <a:spLocks noChangeArrowheads="1"/>
          </p:cNvSpPr>
          <p:nvPr/>
        </p:nvSpPr>
        <p:spPr bwMode="auto">
          <a:xfrm>
            <a:off x="2700338" y="4341813"/>
            <a:ext cx="3600450" cy="2089150"/>
          </a:xfrm>
          <a:prstGeom prst="roundRect">
            <a:avLst>
              <a:gd name="adj" fmla="val 16667"/>
            </a:avLst>
          </a:prstGeom>
          <a:solidFill>
            <a:schemeClr val="accent1">
              <a:lumMod val="20000"/>
              <a:lumOff val="80000"/>
            </a:schemeClr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defRPr/>
            </a:pPr>
            <a:endParaRPr lang="zh-CN" altLang="en-US" smtClean="0"/>
          </a:p>
        </p:txBody>
      </p:sp>
      <p:pic>
        <p:nvPicPr>
          <p:cNvPr id="122885" name="Picture 3" descr="15-1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7413" y="1812925"/>
            <a:ext cx="6905625" cy="1592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122886" name="Object 4"/>
          <p:cNvGraphicFramePr>
            <a:graphicFrameLocks noChangeAspect="1"/>
          </p:cNvGraphicFramePr>
          <p:nvPr/>
        </p:nvGraphicFramePr>
        <p:xfrm>
          <a:off x="2843213" y="4557713"/>
          <a:ext cx="3221037" cy="48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2975" name="公式" r:id="rId4" imgW="1594599" imgH="234112" progId="Equation.3">
                  <p:embed/>
                </p:oleObj>
              </mc:Choice>
              <mc:Fallback>
                <p:oleObj name="公式" r:id="rId4" imgW="1594599" imgH="234112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43213" y="4557713"/>
                        <a:ext cx="3221037" cy="482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2887" name="Object 5"/>
          <p:cNvGraphicFramePr>
            <a:graphicFrameLocks noChangeAspect="1"/>
          </p:cNvGraphicFramePr>
          <p:nvPr/>
        </p:nvGraphicFramePr>
        <p:xfrm>
          <a:off x="3059113" y="5278438"/>
          <a:ext cx="2613025" cy="9382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2976" name="公式" r:id="rId6" imgW="1300705" imgH="462788" progId="Equation.3">
                  <p:embed/>
                </p:oleObj>
              </mc:Choice>
              <mc:Fallback>
                <p:oleObj name="公式" r:id="rId6" imgW="1300705" imgH="462788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59113" y="5278438"/>
                        <a:ext cx="2613025" cy="9382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2888" name="Object 7"/>
          <p:cNvGraphicFramePr>
            <a:graphicFrameLocks noChangeAspect="1"/>
          </p:cNvGraphicFramePr>
          <p:nvPr/>
        </p:nvGraphicFramePr>
        <p:xfrm>
          <a:off x="539750" y="4557713"/>
          <a:ext cx="1176338" cy="355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2977" name="公式" r:id="rId8" imgW="576964" imgH="174310" progId="Equation.3">
                  <p:embed/>
                </p:oleObj>
              </mc:Choice>
              <mc:Fallback>
                <p:oleObj name="公式" r:id="rId8" imgW="576964" imgH="174310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9750" y="4557713"/>
                        <a:ext cx="1176338" cy="355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2889" name="Object 8"/>
          <p:cNvGraphicFramePr>
            <a:graphicFrameLocks noChangeAspect="1"/>
          </p:cNvGraphicFramePr>
          <p:nvPr/>
        </p:nvGraphicFramePr>
        <p:xfrm>
          <a:off x="684213" y="5133975"/>
          <a:ext cx="97155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2978" name="公式" r:id="rId10" imgW="478887" imgH="196056" progId="Equation.3">
                  <p:embed/>
                </p:oleObj>
              </mc:Choice>
              <mc:Fallback>
                <p:oleObj name="公式" r:id="rId10" imgW="478887" imgH="196056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4213" y="5133975"/>
                        <a:ext cx="971550" cy="406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2890" name="Text Box 9"/>
          <p:cNvSpPr txBox="1">
            <a:spLocks noChangeArrowheads="1"/>
          </p:cNvSpPr>
          <p:nvPr/>
        </p:nvSpPr>
        <p:spPr bwMode="auto">
          <a:xfrm>
            <a:off x="395288" y="5710238"/>
            <a:ext cx="2227262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kumimoji="1" lang="zh-CN" altLang="en-US" sz="2400" b="1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黏附润湿</a:t>
            </a:r>
            <a:endParaRPr kumimoji="1" lang="zh-CN" altLang="en-US" sz="240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aphicFrame>
        <p:nvGraphicFramePr>
          <p:cNvPr id="122891" name="Object 11"/>
          <p:cNvGraphicFramePr>
            <a:graphicFrameLocks noChangeAspect="1"/>
          </p:cNvGraphicFramePr>
          <p:nvPr/>
        </p:nvGraphicFramePr>
        <p:xfrm>
          <a:off x="7380288" y="4486275"/>
          <a:ext cx="1176337" cy="355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2979" name="公式" r:id="rId12" imgW="576964" imgH="174310" progId="Equation.3">
                  <p:embed/>
                </p:oleObj>
              </mc:Choice>
              <mc:Fallback>
                <p:oleObj name="公式" r:id="rId12" imgW="576964" imgH="174310" progId="Equation.3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80288" y="4486275"/>
                        <a:ext cx="1176337" cy="355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2892" name="Object 12"/>
          <p:cNvGraphicFramePr>
            <a:graphicFrameLocks noChangeAspect="1"/>
          </p:cNvGraphicFramePr>
          <p:nvPr/>
        </p:nvGraphicFramePr>
        <p:xfrm>
          <a:off x="7451725" y="5062538"/>
          <a:ext cx="97155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2980" name="公式" r:id="rId14" imgW="478887" imgH="196056" progId="Equation.3">
                  <p:embed/>
                </p:oleObj>
              </mc:Choice>
              <mc:Fallback>
                <p:oleObj name="公式" r:id="rId14" imgW="478887" imgH="196056" progId="Equation.3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451725" y="5062538"/>
                        <a:ext cx="971550" cy="406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2893" name="Text Box 13"/>
          <p:cNvSpPr txBox="1">
            <a:spLocks noChangeArrowheads="1"/>
          </p:cNvSpPr>
          <p:nvPr/>
        </p:nvSpPr>
        <p:spPr bwMode="auto">
          <a:xfrm>
            <a:off x="7480300" y="5710238"/>
            <a:ext cx="16637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kumimoji="1" lang="zh-CN" altLang="en-US" sz="2400" b="1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不润湿</a:t>
            </a:r>
            <a:endParaRPr kumimoji="1" lang="zh-CN" altLang="en-US" sz="240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22894" name="Rectangle 33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sp>
        <p:nvSpPr>
          <p:cNvPr id="122895" name="Rectangle 31"/>
          <p:cNvSpPr>
            <a:spLocks noChangeArrowheads="1"/>
          </p:cNvSpPr>
          <p:nvPr/>
        </p:nvSpPr>
        <p:spPr bwMode="auto">
          <a:xfrm>
            <a:off x="1609725" y="1179513"/>
            <a:ext cx="777716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kumimoji="1" lang="en-US" altLang="zh-CN" sz="2400" b="1">
                <a:solidFill>
                  <a:srgbClr val="0000FF"/>
                </a:solidFill>
                <a:ea typeface="黑体" panose="02010609060101010101" pitchFamily="49" charset="-122"/>
              </a:rPr>
              <a:t>                 </a:t>
            </a:r>
            <a:r>
              <a:rPr kumimoji="1" lang="zh-CN" altLang="en-US" sz="2400" b="1">
                <a:solidFill>
                  <a:srgbClr val="0000FF"/>
                </a:solidFill>
                <a:ea typeface="黑体" panose="02010609060101010101" pitchFamily="49" charset="-122"/>
              </a:rPr>
              <a:t>与           之间的夹角。</a:t>
            </a:r>
            <a:r>
              <a:rPr kumimoji="1" lang="zh-CN" altLang="en-US" sz="2400" b="1"/>
              <a:t> </a:t>
            </a:r>
            <a:r>
              <a:rPr kumimoji="1" lang="zh-CN" altLang="en-US" sz="2400" b="1">
                <a:solidFill>
                  <a:schemeClr val="accent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</a:p>
        </p:txBody>
      </p:sp>
      <p:graphicFrame>
        <p:nvGraphicFramePr>
          <p:cNvPr id="122896" name="Object 32"/>
          <p:cNvGraphicFramePr>
            <a:graphicFrameLocks noChangeAspect="1"/>
          </p:cNvGraphicFramePr>
          <p:nvPr/>
        </p:nvGraphicFramePr>
        <p:xfrm>
          <a:off x="2305050" y="1128713"/>
          <a:ext cx="733425" cy="4778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2981" name="公式" r:id="rId16" imgW="364576" imgH="234112" progId="Equation.3">
                  <p:embed/>
                </p:oleObj>
              </mc:Choice>
              <mc:Fallback>
                <p:oleObj name="公式" r:id="rId16" imgW="364576" imgH="234112" progId="Equation.3">
                  <p:embed/>
                  <p:pic>
                    <p:nvPicPr>
                      <p:cNvPr id="0" name="Object 3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05050" y="1128713"/>
                        <a:ext cx="733425" cy="4778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2897" name="Object 34"/>
          <p:cNvGraphicFramePr>
            <a:graphicFrameLocks noChangeAspect="1"/>
          </p:cNvGraphicFramePr>
          <p:nvPr/>
        </p:nvGraphicFramePr>
        <p:xfrm>
          <a:off x="3494088" y="1128713"/>
          <a:ext cx="715962" cy="4841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2982" name="公式" r:id="rId18" imgW="348343" imgH="234112" progId="Equation.3">
                  <p:embed/>
                </p:oleObj>
              </mc:Choice>
              <mc:Fallback>
                <p:oleObj name="公式" r:id="rId18" imgW="348343" imgH="234112" progId="Equation.3">
                  <p:embed/>
                  <p:pic>
                    <p:nvPicPr>
                      <p:cNvPr id="0" name="Object 3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94088" y="1128713"/>
                        <a:ext cx="715962" cy="4841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2898" name="AutoShape 49"/>
          <p:cNvSpPr>
            <a:spLocks noChangeArrowheads="1"/>
          </p:cNvSpPr>
          <p:nvPr/>
        </p:nvSpPr>
        <p:spPr bwMode="auto">
          <a:xfrm>
            <a:off x="6300788" y="5207000"/>
            <a:ext cx="503237" cy="485775"/>
          </a:xfrm>
          <a:custGeom>
            <a:avLst/>
            <a:gdLst>
              <a:gd name="T0" fmla="*/ 2147483646 w 21600"/>
              <a:gd name="T1" fmla="*/ 0 h 21600"/>
              <a:gd name="T2" fmla="*/ 0 w 21600"/>
              <a:gd name="T3" fmla="*/ 2147483646 h 21600"/>
              <a:gd name="T4" fmla="*/ 2147483646 w 21600"/>
              <a:gd name="T5" fmla="*/ 2147483646 h 21600"/>
              <a:gd name="T6" fmla="*/ 2147483646 w 21600"/>
              <a:gd name="T7" fmla="*/ 2147483646 h 21600"/>
              <a:gd name="T8" fmla="*/ 17694720 60000 65536"/>
              <a:gd name="T9" fmla="*/ 11796480 60000 65536"/>
              <a:gd name="T10" fmla="*/ 5898240 60000 65536"/>
              <a:gd name="T11" fmla="*/ 0 60000 65536"/>
              <a:gd name="T12" fmla="*/ 3375 w 21600"/>
              <a:gd name="T13" fmla="*/ 5400 h 21600"/>
              <a:gd name="T14" fmla="*/ 18900 w 21600"/>
              <a:gd name="T15" fmla="*/ 16200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16200" y="0"/>
                </a:moveTo>
                <a:lnTo>
                  <a:pt x="16200" y="5400"/>
                </a:lnTo>
                <a:lnTo>
                  <a:pt x="3375" y="5400"/>
                </a:lnTo>
                <a:lnTo>
                  <a:pt x="3375" y="16200"/>
                </a:lnTo>
                <a:lnTo>
                  <a:pt x="16200" y="16200"/>
                </a:lnTo>
                <a:lnTo>
                  <a:pt x="16200" y="21600"/>
                </a:lnTo>
                <a:lnTo>
                  <a:pt x="21600" y="10800"/>
                </a:lnTo>
                <a:lnTo>
                  <a:pt x="16200" y="0"/>
                </a:lnTo>
                <a:close/>
              </a:path>
              <a:path w="21600" h="21600">
                <a:moveTo>
                  <a:pt x="1350" y="5400"/>
                </a:moveTo>
                <a:lnTo>
                  <a:pt x="1350" y="16200"/>
                </a:lnTo>
                <a:lnTo>
                  <a:pt x="2700" y="16200"/>
                </a:lnTo>
                <a:lnTo>
                  <a:pt x="2700" y="5400"/>
                </a:lnTo>
                <a:lnTo>
                  <a:pt x="1350" y="5400"/>
                </a:lnTo>
                <a:close/>
              </a:path>
              <a:path w="21600" h="21600">
                <a:moveTo>
                  <a:pt x="0" y="5400"/>
                </a:moveTo>
                <a:lnTo>
                  <a:pt x="0" y="16200"/>
                </a:lnTo>
                <a:lnTo>
                  <a:pt x="675" y="16200"/>
                </a:lnTo>
                <a:lnTo>
                  <a:pt x="675" y="5400"/>
                </a:lnTo>
                <a:lnTo>
                  <a:pt x="0" y="5400"/>
                </a:lnTo>
                <a:close/>
              </a:path>
            </a:pathLst>
          </a:custGeom>
          <a:solidFill>
            <a:srgbClr val="FF0000"/>
          </a:solidFill>
          <a:ln w="9525">
            <a:solidFill>
              <a:srgbClr val="FF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2899" name="AutoShape 50"/>
          <p:cNvSpPr>
            <a:spLocks noChangeArrowheads="1"/>
          </p:cNvSpPr>
          <p:nvPr/>
        </p:nvSpPr>
        <p:spPr bwMode="auto">
          <a:xfrm rot="10800000">
            <a:off x="2268538" y="5133975"/>
            <a:ext cx="431800" cy="485775"/>
          </a:xfrm>
          <a:custGeom>
            <a:avLst/>
            <a:gdLst>
              <a:gd name="T0" fmla="*/ 2147483646 w 21600"/>
              <a:gd name="T1" fmla="*/ 0 h 21600"/>
              <a:gd name="T2" fmla="*/ 0 w 21600"/>
              <a:gd name="T3" fmla="*/ 2147483646 h 21600"/>
              <a:gd name="T4" fmla="*/ 2147483646 w 21600"/>
              <a:gd name="T5" fmla="*/ 2147483646 h 21600"/>
              <a:gd name="T6" fmla="*/ 2147483646 w 21600"/>
              <a:gd name="T7" fmla="*/ 2147483646 h 21600"/>
              <a:gd name="T8" fmla="*/ 17694720 60000 65536"/>
              <a:gd name="T9" fmla="*/ 11796480 60000 65536"/>
              <a:gd name="T10" fmla="*/ 5898240 60000 65536"/>
              <a:gd name="T11" fmla="*/ 0 60000 65536"/>
              <a:gd name="T12" fmla="*/ 3375 w 21600"/>
              <a:gd name="T13" fmla="*/ 5400 h 21600"/>
              <a:gd name="T14" fmla="*/ 18900 w 21600"/>
              <a:gd name="T15" fmla="*/ 16200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16200" y="0"/>
                </a:moveTo>
                <a:lnTo>
                  <a:pt x="16200" y="5400"/>
                </a:lnTo>
                <a:lnTo>
                  <a:pt x="3375" y="5400"/>
                </a:lnTo>
                <a:lnTo>
                  <a:pt x="3375" y="16200"/>
                </a:lnTo>
                <a:lnTo>
                  <a:pt x="16200" y="16200"/>
                </a:lnTo>
                <a:lnTo>
                  <a:pt x="16200" y="21600"/>
                </a:lnTo>
                <a:lnTo>
                  <a:pt x="21600" y="10800"/>
                </a:lnTo>
                <a:lnTo>
                  <a:pt x="16200" y="0"/>
                </a:lnTo>
                <a:close/>
              </a:path>
              <a:path w="21600" h="21600">
                <a:moveTo>
                  <a:pt x="1350" y="5400"/>
                </a:moveTo>
                <a:lnTo>
                  <a:pt x="1350" y="16200"/>
                </a:lnTo>
                <a:lnTo>
                  <a:pt x="2700" y="16200"/>
                </a:lnTo>
                <a:lnTo>
                  <a:pt x="2700" y="5400"/>
                </a:lnTo>
                <a:lnTo>
                  <a:pt x="1350" y="5400"/>
                </a:lnTo>
                <a:close/>
              </a:path>
              <a:path w="21600" h="21600">
                <a:moveTo>
                  <a:pt x="0" y="5400"/>
                </a:moveTo>
                <a:lnTo>
                  <a:pt x="0" y="16200"/>
                </a:lnTo>
                <a:lnTo>
                  <a:pt x="675" y="16200"/>
                </a:lnTo>
                <a:lnTo>
                  <a:pt x="675" y="5400"/>
                </a:lnTo>
                <a:lnTo>
                  <a:pt x="0" y="5400"/>
                </a:lnTo>
                <a:close/>
              </a:path>
            </a:pathLst>
          </a:custGeom>
          <a:solidFill>
            <a:srgbClr val="FF0000"/>
          </a:solidFill>
          <a:ln w="9525">
            <a:solidFill>
              <a:srgbClr val="FF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87443" name="Text Box 51"/>
          <p:cNvSpPr txBox="1">
            <a:spLocks noChangeArrowheads="1"/>
          </p:cNvSpPr>
          <p:nvPr/>
        </p:nvSpPr>
        <p:spPr bwMode="auto">
          <a:xfrm>
            <a:off x="1609725" y="169863"/>
            <a:ext cx="5688013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ctr">
              <a:defRPr/>
            </a:pPr>
            <a:r>
              <a:rPr lang="zh-CN" altLang="en-US" sz="4000" b="1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</a:rPr>
              <a:t>接触角与杨氏方程</a:t>
            </a:r>
          </a:p>
        </p:txBody>
      </p:sp>
      <p:sp>
        <p:nvSpPr>
          <p:cNvPr id="187445" name="Rectangle 53"/>
          <p:cNvSpPr>
            <a:spLocks noChangeArrowheads="1"/>
          </p:cNvSpPr>
          <p:nvPr/>
        </p:nvSpPr>
        <p:spPr bwMode="auto">
          <a:xfrm>
            <a:off x="522288" y="1176338"/>
            <a:ext cx="13684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defRPr/>
            </a:pPr>
            <a:r>
              <a:rPr kumimoji="1" lang="zh-CN" altLang="en-US" sz="2400" b="1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黑体" panose="02010609060101010101" pitchFamily="49" charset="-122"/>
              </a:rPr>
              <a:t>接触角</a:t>
            </a:r>
          </a:p>
        </p:txBody>
      </p:sp>
      <p:sp>
        <p:nvSpPr>
          <p:cNvPr id="187446" name="Rectangle 54"/>
          <p:cNvSpPr>
            <a:spLocks noChangeArrowheads="1"/>
          </p:cNvSpPr>
          <p:nvPr/>
        </p:nvSpPr>
        <p:spPr bwMode="auto">
          <a:xfrm>
            <a:off x="0" y="3644900"/>
            <a:ext cx="197961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buClr>
                <a:srgbClr val="FF0000"/>
              </a:buClr>
              <a:buFont typeface="Wingdings" panose="05000000000000000000" pitchFamily="2" charset="2"/>
              <a:buNone/>
              <a:defRPr/>
            </a:pPr>
            <a:r>
              <a:rPr kumimoji="1" lang="zh-CN" altLang="en-US" sz="2400" b="1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黑体" panose="02010609060101010101" pitchFamily="49" charset="-122"/>
              </a:rPr>
              <a:t>杨氏方程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3906" name="Picture 5" descr="15-31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6238" y="2790825"/>
            <a:ext cx="3384550" cy="2592388"/>
          </a:xfrm>
          <a:prstGeom prst="rect">
            <a:avLst/>
          </a:prstGeom>
          <a:noFill/>
          <a:ln>
            <a:noFill/>
          </a:ln>
          <a:effectLst>
            <a:outerShdw dist="35921" dir="2700000" algn="ctr" rotWithShape="0">
              <a:srgbClr val="808080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3907" name="Picture 6" descr="15-3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62513" y="2751138"/>
            <a:ext cx="3384550" cy="2519362"/>
          </a:xfrm>
          <a:prstGeom prst="rect">
            <a:avLst/>
          </a:prstGeom>
          <a:noFill/>
          <a:ln>
            <a:noFill/>
          </a:ln>
          <a:effectLst>
            <a:outerShdw dist="35921" dir="2700000" algn="ctr" rotWithShape="0">
              <a:srgbClr val="808080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123908" name="Object 8"/>
          <p:cNvGraphicFramePr>
            <a:graphicFrameLocks noChangeAspect="1"/>
          </p:cNvGraphicFramePr>
          <p:nvPr/>
        </p:nvGraphicFramePr>
        <p:xfrm>
          <a:off x="3433763" y="1322388"/>
          <a:ext cx="1871662" cy="4905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936" name="公式" r:id="rId5" imgW="821819" imgH="212366" progId="Equation.3">
                  <p:embed/>
                </p:oleObj>
              </mc:Choice>
              <mc:Fallback>
                <p:oleObj name="公式" r:id="rId5" imgW="821819" imgH="212366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33763" y="1322388"/>
                        <a:ext cx="1871662" cy="4905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23909" name="Group 24"/>
          <p:cNvGrpSpPr>
            <a:grpSpLocks/>
          </p:cNvGrpSpPr>
          <p:nvPr/>
        </p:nvGrpSpPr>
        <p:grpSpPr bwMode="auto">
          <a:xfrm>
            <a:off x="1150938" y="2047875"/>
            <a:ext cx="2411412" cy="458788"/>
            <a:chOff x="158" y="119"/>
            <a:chExt cx="3629" cy="289"/>
          </a:xfrm>
        </p:grpSpPr>
        <p:sp>
          <p:nvSpPr>
            <p:cNvPr id="208921" name="AutoShape 25"/>
            <p:cNvSpPr>
              <a:spLocks noChangeArrowheads="1"/>
            </p:cNvSpPr>
            <p:nvPr/>
          </p:nvSpPr>
          <p:spPr bwMode="gray">
            <a:xfrm>
              <a:off x="158" y="119"/>
              <a:ext cx="3538" cy="289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rgbClr val="7DAFD4"/>
                </a:gs>
                <a:gs pos="100000">
                  <a:schemeClr val="bg1"/>
                </a:gs>
              </a:gsLst>
              <a:lin ang="54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>
                <a:defRPr/>
              </a:pPr>
              <a:endParaRPr lang="zh-CN" altLang="zh-CN" sz="2400" b="1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黑体" panose="02010609060101010101" pitchFamily="49" charset="-122"/>
              </a:endParaRPr>
            </a:p>
          </p:txBody>
        </p:sp>
        <p:sp>
          <p:nvSpPr>
            <p:cNvPr id="208922" name="Text Box 26"/>
            <p:cNvSpPr txBox="1">
              <a:spLocks noChangeArrowheads="1"/>
            </p:cNvSpPr>
            <p:nvPr/>
          </p:nvSpPr>
          <p:spPr bwMode="auto">
            <a:xfrm>
              <a:off x="158" y="119"/>
              <a:ext cx="3629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marL="457200" indent="-4572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914400" indent="-4572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371600" indent="-4572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828800" indent="-4572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286000" indent="-4572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743200" indent="-4572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3200400" indent="-4572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657600" indent="-4572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4114800" indent="-4572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buClr>
                  <a:srgbClr val="FF0000"/>
                </a:buClr>
                <a:buFont typeface="Wingdings" panose="05000000000000000000" pitchFamily="2" charset="2"/>
                <a:buChar char="n"/>
                <a:defRPr/>
              </a:pPr>
              <a:r>
                <a:rPr lang="zh-CN" altLang="en-US" b="1">
                  <a:effectLst>
                    <a:outerShdw blurRad="38100" dist="38100" dir="2700000" algn="tl">
                      <a:srgbClr val="C0C0C0"/>
                    </a:outerShdw>
                  </a:effectLst>
                  <a:latin typeface="Arial" panose="020B0604020202020204" pitchFamily="34" charset="0"/>
                  <a:ea typeface="黑体" panose="02010609060101010101" pitchFamily="49" charset="-122"/>
                </a:rPr>
                <a:t>吸附等压线</a:t>
              </a:r>
              <a:endParaRPr lang="zh-CN" altLang="en-US" b="1" i="1"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黑体" panose="02010609060101010101" pitchFamily="49" charset="-122"/>
              </a:endParaRPr>
            </a:p>
          </p:txBody>
        </p:sp>
      </p:grpSp>
      <p:grpSp>
        <p:nvGrpSpPr>
          <p:cNvPr id="123910" name="Group 27"/>
          <p:cNvGrpSpPr>
            <a:grpSpLocks/>
          </p:cNvGrpSpPr>
          <p:nvPr/>
        </p:nvGrpSpPr>
        <p:grpSpPr bwMode="auto">
          <a:xfrm>
            <a:off x="5576888" y="2046288"/>
            <a:ext cx="2411412" cy="458787"/>
            <a:chOff x="158" y="119"/>
            <a:chExt cx="3629" cy="289"/>
          </a:xfrm>
        </p:grpSpPr>
        <p:sp>
          <p:nvSpPr>
            <p:cNvPr id="208924" name="AutoShape 28"/>
            <p:cNvSpPr>
              <a:spLocks noChangeArrowheads="1"/>
            </p:cNvSpPr>
            <p:nvPr/>
          </p:nvSpPr>
          <p:spPr bwMode="gray">
            <a:xfrm>
              <a:off x="158" y="119"/>
              <a:ext cx="3538" cy="289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rgbClr val="7DAFD4"/>
                </a:gs>
                <a:gs pos="100000">
                  <a:schemeClr val="bg1"/>
                </a:gs>
              </a:gsLst>
              <a:lin ang="54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>
                <a:defRPr/>
              </a:pPr>
              <a:endParaRPr lang="zh-CN" altLang="zh-CN" sz="2400" b="1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黑体" panose="02010609060101010101" pitchFamily="49" charset="-122"/>
              </a:endParaRPr>
            </a:p>
          </p:txBody>
        </p:sp>
        <p:sp>
          <p:nvSpPr>
            <p:cNvPr id="208925" name="Text Box 29"/>
            <p:cNvSpPr txBox="1">
              <a:spLocks noChangeArrowheads="1"/>
            </p:cNvSpPr>
            <p:nvPr/>
          </p:nvSpPr>
          <p:spPr bwMode="auto">
            <a:xfrm>
              <a:off x="158" y="119"/>
              <a:ext cx="3629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marL="457200" indent="-4572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914400" indent="-4572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371600" indent="-4572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828800" indent="-4572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286000" indent="-4572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743200" indent="-4572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3200400" indent="-4572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657600" indent="-4572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4114800" indent="-4572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buClr>
                  <a:srgbClr val="FF0000"/>
                </a:buClr>
                <a:buFont typeface="Wingdings" panose="05000000000000000000" pitchFamily="2" charset="2"/>
                <a:buChar char="n"/>
                <a:defRPr/>
              </a:pPr>
              <a:r>
                <a:rPr lang="zh-CN" altLang="en-US" b="1">
                  <a:effectLst>
                    <a:outerShdw blurRad="38100" dist="38100" dir="2700000" algn="tl">
                      <a:srgbClr val="C0C0C0"/>
                    </a:outerShdw>
                  </a:effectLst>
                  <a:latin typeface="Arial" panose="020B0604020202020204" pitchFamily="34" charset="0"/>
                  <a:ea typeface="黑体" panose="02010609060101010101" pitchFamily="49" charset="-122"/>
                </a:rPr>
                <a:t>吸附等量线</a:t>
              </a:r>
              <a:endParaRPr lang="zh-CN" altLang="en-US" b="1" i="1"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黑体" panose="02010609060101010101" pitchFamily="49" charset="-122"/>
              </a:endParaRPr>
            </a:p>
          </p:txBody>
        </p:sp>
      </p:grpSp>
      <p:sp>
        <p:nvSpPr>
          <p:cNvPr id="208926" name="Text Box 30"/>
          <p:cNvSpPr txBox="1">
            <a:spLocks noChangeArrowheads="1"/>
          </p:cNvSpPr>
          <p:nvPr/>
        </p:nvSpPr>
        <p:spPr bwMode="auto">
          <a:xfrm>
            <a:off x="1557338" y="211138"/>
            <a:ext cx="5688012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ctr">
              <a:defRPr/>
            </a:pPr>
            <a:r>
              <a:rPr lang="zh-CN" altLang="en-US" sz="4000" b="1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</a:rPr>
              <a:t>气体在固体表面的吸附</a:t>
            </a:r>
          </a:p>
        </p:txBody>
      </p:sp>
      <p:sp>
        <p:nvSpPr>
          <p:cNvPr id="18" name="Rectangle 32"/>
          <p:cNvSpPr>
            <a:spLocks noChangeArrowheads="1"/>
          </p:cNvSpPr>
          <p:nvPr/>
        </p:nvSpPr>
        <p:spPr bwMode="auto">
          <a:xfrm>
            <a:off x="655638" y="5815013"/>
            <a:ext cx="3402012" cy="4619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kumimoji="1" lang="zh-CN" altLang="en-US" sz="2400" b="1">
                <a:solidFill>
                  <a:srgbClr val="FF0000"/>
                </a:solidFill>
                <a:ea typeface="黑体" panose="02010609060101010101" pitchFamily="49" charset="-122"/>
              </a:rPr>
              <a:t>吸附作用通常是放热的</a:t>
            </a:r>
          </a:p>
        </p:txBody>
      </p:sp>
      <p:graphicFrame>
        <p:nvGraphicFramePr>
          <p:cNvPr id="20" name="Object 8"/>
          <p:cNvGraphicFramePr>
            <a:graphicFrameLocks noChangeAspect="1"/>
          </p:cNvGraphicFramePr>
          <p:nvPr/>
        </p:nvGraphicFramePr>
        <p:xfrm>
          <a:off x="4402138" y="5691188"/>
          <a:ext cx="1857375" cy="8556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937" name="Equation" r:id="rId7" imgW="850531" imgH="393529" progId="Equation.3">
                  <p:embed/>
                </p:oleObj>
              </mc:Choice>
              <mc:Fallback>
                <p:oleObj name="Equation" r:id="rId7" imgW="850531" imgH="393529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02138" y="5691188"/>
                        <a:ext cx="1857375" cy="8556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</p:bld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4930" name="Picture 4" descr="15-29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0400" y="2322513"/>
            <a:ext cx="3975100" cy="2905125"/>
          </a:xfrm>
          <a:prstGeom prst="rect">
            <a:avLst/>
          </a:prstGeom>
          <a:noFill/>
          <a:ln>
            <a:noFill/>
          </a:ln>
          <a:effectLst>
            <a:outerShdw dist="35921" dir="2700000" algn="ctr" rotWithShape="0">
              <a:srgbClr val="808080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4931" name="Text Box 14"/>
          <p:cNvSpPr txBox="1">
            <a:spLocks noChangeArrowheads="1"/>
          </p:cNvSpPr>
          <p:nvPr/>
        </p:nvSpPr>
        <p:spPr bwMode="auto">
          <a:xfrm>
            <a:off x="857250" y="5476875"/>
            <a:ext cx="3706813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/>
            <a:r>
              <a:rPr kumimoji="1" lang="zh-CN" altLang="en-US" sz="2000" b="1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氨在炭上的吸附等温线</a:t>
            </a:r>
            <a:endParaRPr kumimoji="1" lang="zh-CN" altLang="en-US" sz="200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pSp>
        <p:nvGrpSpPr>
          <p:cNvPr id="124932" name="Group 21"/>
          <p:cNvGrpSpPr>
            <a:grpSpLocks/>
          </p:cNvGrpSpPr>
          <p:nvPr/>
        </p:nvGrpSpPr>
        <p:grpSpPr bwMode="auto">
          <a:xfrm>
            <a:off x="530225" y="1363663"/>
            <a:ext cx="2420938" cy="492125"/>
            <a:chOff x="659" y="626"/>
            <a:chExt cx="3643" cy="310"/>
          </a:xfrm>
        </p:grpSpPr>
        <p:sp>
          <p:nvSpPr>
            <p:cNvPr id="208918" name="AutoShape 22"/>
            <p:cNvSpPr>
              <a:spLocks noChangeArrowheads="1"/>
            </p:cNvSpPr>
            <p:nvPr/>
          </p:nvSpPr>
          <p:spPr bwMode="gray">
            <a:xfrm>
              <a:off x="659" y="647"/>
              <a:ext cx="3538" cy="289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rgbClr val="7DAFD4"/>
                </a:gs>
                <a:gs pos="100000">
                  <a:schemeClr val="bg1"/>
                </a:gs>
              </a:gsLst>
              <a:lin ang="54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>
                <a:defRPr/>
              </a:pPr>
              <a:endParaRPr lang="zh-CN" altLang="zh-CN" sz="2400" b="1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黑体" panose="02010609060101010101" pitchFamily="49" charset="-122"/>
              </a:endParaRPr>
            </a:p>
          </p:txBody>
        </p:sp>
        <p:sp>
          <p:nvSpPr>
            <p:cNvPr id="208919" name="Text Box 23"/>
            <p:cNvSpPr txBox="1">
              <a:spLocks noChangeArrowheads="1"/>
            </p:cNvSpPr>
            <p:nvPr/>
          </p:nvSpPr>
          <p:spPr bwMode="auto">
            <a:xfrm>
              <a:off x="673" y="626"/>
              <a:ext cx="3629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marL="457200" indent="-4572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914400" indent="-4572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371600" indent="-4572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828800" indent="-4572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286000" indent="-4572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743200" indent="-4572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3200400" indent="-4572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657600" indent="-4572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4114800" indent="-4572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buClr>
                  <a:srgbClr val="FF0000"/>
                </a:buClr>
                <a:buFont typeface="Wingdings" panose="05000000000000000000" pitchFamily="2" charset="2"/>
                <a:buChar char="n"/>
                <a:defRPr/>
              </a:pPr>
              <a:r>
                <a:rPr lang="zh-CN" altLang="en-US" b="1">
                  <a:effectLst>
                    <a:outerShdw blurRad="38100" dist="38100" dir="2700000" algn="tl">
                      <a:srgbClr val="C0C0C0"/>
                    </a:outerShdw>
                  </a:effectLst>
                  <a:latin typeface="Arial" panose="020B0604020202020204" pitchFamily="34" charset="0"/>
                  <a:ea typeface="黑体" panose="02010609060101010101" pitchFamily="49" charset="-122"/>
                </a:rPr>
                <a:t>吸附等温线</a:t>
              </a:r>
              <a:endParaRPr lang="zh-CN" altLang="en-US" b="1" i="1"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黑体" panose="02010609060101010101" pitchFamily="49" charset="-122"/>
              </a:endParaRPr>
            </a:p>
          </p:txBody>
        </p:sp>
      </p:grpSp>
      <p:sp>
        <p:nvSpPr>
          <p:cNvPr id="208926" name="Text Box 30"/>
          <p:cNvSpPr txBox="1">
            <a:spLocks noChangeArrowheads="1"/>
          </p:cNvSpPr>
          <p:nvPr/>
        </p:nvSpPr>
        <p:spPr bwMode="auto">
          <a:xfrm>
            <a:off x="1547813" y="160338"/>
            <a:ext cx="5688012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ctr">
              <a:defRPr/>
            </a:pPr>
            <a:r>
              <a:rPr lang="zh-CN" altLang="en-US" sz="4000" b="1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</a:rPr>
              <a:t>气体在固体表面的吸附</a:t>
            </a:r>
          </a:p>
        </p:txBody>
      </p:sp>
      <p:graphicFrame>
        <p:nvGraphicFramePr>
          <p:cNvPr id="124934" name="Object 390"/>
          <p:cNvGraphicFramePr>
            <a:graphicFrameLocks noChangeAspect="1"/>
          </p:cNvGraphicFramePr>
          <p:nvPr/>
        </p:nvGraphicFramePr>
        <p:xfrm>
          <a:off x="5413375" y="3328988"/>
          <a:ext cx="2605088" cy="1047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4957" name="公式" r:id="rId4" imgW="1034206" imgH="413519" progId="Equation.3">
                  <p:embed/>
                </p:oleObj>
              </mc:Choice>
              <mc:Fallback>
                <p:oleObj name="公式" r:id="rId4" imgW="1034206" imgH="413519" progId="Equation.3">
                  <p:embed/>
                  <p:pic>
                    <p:nvPicPr>
                      <p:cNvPr id="0" name="Object 39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13375" y="3328988"/>
                        <a:ext cx="2605088" cy="1047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4935" name="Object 8"/>
          <p:cNvGraphicFramePr>
            <a:graphicFrameLocks noChangeAspect="1"/>
          </p:cNvGraphicFramePr>
          <p:nvPr/>
        </p:nvGraphicFramePr>
        <p:xfrm>
          <a:off x="3627438" y="1401763"/>
          <a:ext cx="1871662" cy="4905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4958" name="公式" r:id="rId6" imgW="821819" imgH="212366" progId="Equation.3">
                  <p:embed/>
                </p:oleObj>
              </mc:Choice>
              <mc:Fallback>
                <p:oleObj name="公式" r:id="rId6" imgW="821819" imgH="212366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27438" y="1401763"/>
                        <a:ext cx="1871662" cy="4905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4936" name="Rectangle 2"/>
          <p:cNvSpPr txBox="1">
            <a:spLocks noRot="1" noChangeArrowheads="1"/>
          </p:cNvSpPr>
          <p:nvPr/>
        </p:nvSpPr>
        <p:spPr bwMode="auto">
          <a:xfrm>
            <a:off x="4684713" y="5435600"/>
            <a:ext cx="4459287" cy="755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6858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6858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6858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6858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6858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55000"/>
              </a:lnSpc>
            </a:pPr>
            <a:r>
              <a:rPr lang="zh-CN" altLang="en-US" sz="2400" b="1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孔径分布的差异；毛细管凝结</a:t>
            </a:r>
            <a:br>
              <a:rPr lang="zh-CN" altLang="en-US" sz="2400" b="1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</a:br>
            <a:endParaRPr lang="zh-CN" altLang="en-US" sz="2400" b="1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5954" name="Object 8"/>
          <p:cNvGraphicFramePr>
            <a:graphicFrameLocks noChangeAspect="1"/>
          </p:cNvGraphicFramePr>
          <p:nvPr/>
        </p:nvGraphicFramePr>
        <p:xfrm>
          <a:off x="3059113" y="4070350"/>
          <a:ext cx="2246312" cy="9794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5977" name="公式" r:id="rId3" imgW="1012223" imgH="440702" progId="Equation.3">
                  <p:embed/>
                </p:oleObj>
              </mc:Choice>
              <mc:Fallback>
                <p:oleObj name="公式" r:id="rId3" imgW="1012223" imgH="440702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59113" y="4070350"/>
                        <a:ext cx="2246312" cy="979488"/>
                      </a:xfrm>
                      <a:prstGeom prst="rect">
                        <a:avLst/>
                      </a:prstGeom>
                      <a:solidFill>
                        <a:srgbClr val="FFFFFF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7108" name="Text Box 20"/>
          <p:cNvSpPr txBox="1">
            <a:spLocks noChangeArrowheads="1"/>
          </p:cNvSpPr>
          <p:nvPr/>
        </p:nvSpPr>
        <p:spPr bwMode="auto">
          <a:xfrm>
            <a:off x="611188" y="1304925"/>
            <a:ext cx="6888162" cy="609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>
              <a:lnSpc>
                <a:spcPct val="120000"/>
              </a:lnSpc>
              <a:defRPr/>
            </a:pPr>
            <a:r>
              <a:rPr kumimoji="1" lang="zh-CN" altLang="en-US" sz="2800" b="1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</a:rPr>
              <a:t>朗缪尔吸附模型</a:t>
            </a:r>
            <a:r>
              <a:rPr kumimoji="1" lang="en-US" altLang="zh-CN" sz="2800" b="1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</a:rPr>
              <a:t>: </a:t>
            </a:r>
            <a:r>
              <a:rPr kumimoji="1" lang="zh-CN" altLang="en-US" sz="2800" b="1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吸附层是</a:t>
            </a:r>
            <a:r>
              <a:rPr kumimoji="1" lang="zh-CN" altLang="en-US" sz="2800" b="1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单分子层</a:t>
            </a:r>
            <a:endParaRPr kumimoji="1" lang="zh-CN" altLang="en-US" sz="2800" b="1">
              <a:solidFill>
                <a:srgbClr val="0000FF"/>
              </a:solidFill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graphicFrame>
        <p:nvGraphicFramePr>
          <p:cNvPr id="125956" name="Object 30"/>
          <p:cNvGraphicFramePr>
            <a:graphicFrameLocks noChangeAspect="1"/>
          </p:cNvGraphicFramePr>
          <p:nvPr/>
        </p:nvGraphicFramePr>
        <p:xfrm>
          <a:off x="879475" y="2203450"/>
          <a:ext cx="6994525" cy="15795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5978" name="公式" r:id="rId5" imgW="3423568" imgH="832814" progId="Equation.3">
                  <p:embed/>
                </p:oleObj>
              </mc:Choice>
              <mc:Fallback>
                <p:oleObj name="公式" r:id="rId5" imgW="3423568" imgH="832814" progId="Equation.3">
                  <p:embed/>
                  <p:pic>
                    <p:nvPicPr>
                      <p:cNvPr id="0" name="Object 3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79475" y="2203450"/>
                        <a:ext cx="6994525" cy="15795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7121" name="Text Box 33"/>
          <p:cNvSpPr txBox="1">
            <a:spLocks noChangeArrowheads="1"/>
          </p:cNvSpPr>
          <p:nvPr/>
        </p:nvSpPr>
        <p:spPr bwMode="auto">
          <a:xfrm>
            <a:off x="1485900" y="153988"/>
            <a:ext cx="5688013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ctr">
              <a:defRPr/>
            </a:pPr>
            <a:r>
              <a:rPr lang="zh-CN" altLang="en-US" sz="4000" b="1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</a:rPr>
              <a:t>朗缪尔吸附等温式</a:t>
            </a:r>
          </a:p>
        </p:txBody>
      </p:sp>
      <p:sp>
        <p:nvSpPr>
          <p:cNvPr id="13" name="Text Box 15">
            <a:extLst>
              <a:ext uri="{FF2B5EF4-FFF2-40B4-BE49-F238E27FC236}">
                <a16:creationId xmlns:a16="http://schemas.microsoft.com/office/drawing/2014/main" id="{3D2FC7E7-2197-4803-94E6-9087D3B1AF5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1350" y="4292600"/>
            <a:ext cx="2201863" cy="5048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kumimoji="1" lang="zh-CN" altLang="en-US" sz="2600" b="1">
                <a:solidFill>
                  <a:srgbClr val="FF33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直线化形式：</a:t>
            </a:r>
            <a:endParaRPr kumimoji="1" lang="zh-CN" altLang="en-US" sz="2600" b="1">
              <a:solidFill>
                <a:srgbClr val="3333FF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6978" name="Object 3"/>
          <p:cNvGraphicFramePr>
            <a:graphicFrameLocks noGrp="1" noChangeAspect="1"/>
          </p:cNvGraphicFramePr>
          <p:nvPr>
            <p:ph sz="half" idx="1"/>
          </p:nvPr>
        </p:nvGraphicFramePr>
        <p:xfrm>
          <a:off x="107950" y="1268413"/>
          <a:ext cx="8528050" cy="1597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6998" name="文档" r:id="rId3" imgW="4535424" imgH="849256" progId="Word.Document.8">
                  <p:embed/>
                </p:oleObj>
              </mc:Choice>
              <mc:Fallback>
                <p:oleObj name="文档" r:id="rId3" imgW="4535424" imgH="849256" progId="Word.Document.8">
                  <p:embed/>
                  <p:pic>
                    <p:nvPicPr>
                      <p:cNvPr id="0" name="Object 3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7950" y="1268413"/>
                        <a:ext cx="8528050" cy="15970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6979" name="Object 24"/>
          <p:cNvGraphicFramePr>
            <a:graphicFrameLocks noGrp="1" noChangeAspect="1"/>
          </p:cNvGraphicFramePr>
          <p:nvPr>
            <p:ph sz="half" idx="2"/>
          </p:nvPr>
        </p:nvGraphicFramePr>
        <p:xfrm>
          <a:off x="354013" y="3357563"/>
          <a:ext cx="8783637" cy="2438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6999" name="文档" r:id="rId5" imgW="4986588" imgH="1384453" progId="Word.Document.8">
                  <p:embed/>
                </p:oleObj>
              </mc:Choice>
              <mc:Fallback>
                <p:oleObj name="文档" r:id="rId5" imgW="4986588" imgH="1384453" progId="Word.Document.8">
                  <p:embed/>
                  <p:pic>
                    <p:nvPicPr>
                      <p:cNvPr id="0" name="Object 24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4013" y="3357563"/>
                        <a:ext cx="8783637" cy="2438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8002" name="Object 3"/>
          <p:cNvGraphicFramePr>
            <a:graphicFrameLocks noGrp="1" noChangeAspect="1"/>
          </p:cNvGraphicFramePr>
          <p:nvPr>
            <p:ph idx="1"/>
          </p:nvPr>
        </p:nvGraphicFramePr>
        <p:xfrm>
          <a:off x="620713" y="1262063"/>
          <a:ext cx="7929562" cy="3194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8012" name="Document" r:id="rId3" imgW="5396199" imgH="2173541" progId="Word.Document.8">
                  <p:embed/>
                </p:oleObj>
              </mc:Choice>
              <mc:Fallback>
                <p:oleObj name="Document" r:id="rId3" imgW="5396199" imgH="2173541" progId="Word.Document.8">
                  <p:embed/>
                  <p:pic>
                    <p:nvPicPr>
                      <p:cNvPr id="0" name="Object 3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0713" y="1262063"/>
                        <a:ext cx="7929562" cy="31940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026" name="Rectangle 5"/>
          <p:cNvSpPr>
            <a:spLocks noChangeArrowheads="1"/>
          </p:cNvSpPr>
          <p:nvPr/>
        </p:nvSpPr>
        <p:spPr bwMode="auto">
          <a:xfrm>
            <a:off x="0" y="3154363"/>
            <a:ext cx="18415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graphicFrame>
        <p:nvGraphicFramePr>
          <p:cNvPr id="129027" name="Object 4"/>
          <p:cNvGraphicFramePr>
            <a:graphicFrameLocks noChangeAspect="1"/>
          </p:cNvGraphicFramePr>
          <p:nvPr/>
        </p:nvGraphicFramePr>
        <p:xfrm>
          <a:off x="1547813" y="765175"/>
          <a:ext cx="792162" cy="341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9102" name="公式" r:id="rId3" imgW="418918" imgH="177723" progId="Equation.3">
                  <p:embed/>
                </p:oleObj>
              </mc:Choice>
              <mc:Fallback>
                <p:oleObj name="公式" r:id="rId3" imgW="418918" imgH="177723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47813" y="765175"/>
                        <a:ext cx="792162" cy="3413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9028" name="Rectangle 7"/>
          <p:cNvSpPr>
            <a:spLocks noChangeArrowheads="1"/>
          </p:cNvSpPr>
          <p:nvPr/>
        </p:nvSpPr>
        <p:spPr bwMode="auto">
          <a:xfrm>
            <a:off x="0" y="3154363"/>
            <a:ext cx="18415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graphicFrame>
        <p:nvGraphicFramePr>
          <p:cNvPr id="129029" name="Object 6"/>
          <p:cNvGraphicFramePr>
            <a:graphicFrameLocks noChangeAspect="1"/>
          </p:cNvGraphicFramePr>
          <p:nvPr/>
        </p:nvGraphicFramePr>
        <p:xfrm>
          <a:off x="1476375" y="1412875"/>
          <a:ext cx="1944688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9103" name="公式" r:id="rId5" imgW="952087" imgH="177723" progId="Equation.3">
                  <p:embed/>
                </p:oleObj>
              </mc:Choice>
              <mc:Fallback>
                <p:oleObj name="公式" r:id="rId5" imgW="952087" imgH="177723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76375" y="1412875"/>
                        <a:ext cx="1944688" cy="368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9030" name="Rectangle 9"/>
          <p:cNvSpPr>
            <a:spLocks noChangeArrowheads="1"/>
          </p:cNvSpPr>
          <p:nvPr/>
        </p:nvSpPr>
        <p:spPr bwMode="auto">
          <a:xfrm>
            <a:off x="0" y="3135313"/>
            <a:ext cx="18415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graphicFrame>
        <p:nvGraphicFramePr>
          <p:cNvPr id="129031" name="Object 8"/>
          <p:cNvGraphicFramePr>
            <a:graphicFrameLocks noChangeAspect="1"/>
          </p:cNvGraphicFramePr>
          <p:nvPr/>
        </p:nvGraphicFramePr>
        <p:xfrm>
          <a:off x="1403350" y="2060575"/>
          <a:ext cx="7272338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9104" name="公式" r:id="rId7" imgW="3695700" imgH="215900" progId="Equation.3">
                  <p:embed/>
                </p:oleObj>
              </mc:Choice>
              <mc:Fallback>
                <p:oleObj name="公式" r:id="rId7" imgW="3695700" imgH="215900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03350" y="2060575"/>
                        <a:ext cx="7272338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9032" name="Object 10"/>
          <p:cNvGraphicFramePr>
            <a:graphicFrameLocks noChangeAspect="1"/>
          </p:cNvGraphicFramePr>
          <p:nvPr/>
        </p:nvGraphicFramePr>
        <p:xfrm>
          <a:off x="1403350" y="2852738"/>
          <a:ext cx="7489825" cy="9890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9105" name="公式" r:id="rId9" imgW="4038600" imgH="533400" progId="Equation.3">
                  <p:embed/>
                </p:oleObj>
              </mc:Choice>
              <mc:Fallback>
                <p:oleObj name="公式" r:id="rId9" imgW="4038600" imgH="533400" progId="Equation.3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03350" y="2852738"/>
                        <a:ext cx="7489825" cy="9890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9033" name="Rectangle 13"/>
          <p:cNvSpPr>
            <a:spLocks noChangeArrowheads="1"/>
          </p:cNvSpPr>
          <p:nvPr/>
        </p:nvSpPr>
        <p:spPr bwMode="auto">
          <a:xfrm>
            <a:off x="0" y="3144838"/>
            <a:ext cx="18415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graphicFrame>
        <p:nvGraphicFramePr>
          <p:cNvPr id="129034" name="Object 12"/>
          <p:cNvGraphicFramePr>
            <a:graphicFrameLocks noChangeAspect="1"/>
          </p:cNvGraphicFramePr>
          <p:nvPr/>
        </p:nvGraphicFramePr>
        <p:xfrm>
          <a:off x="1331913" y="4149725"/>
          <a:ext cx="3313112" cy="438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9106" name="公式" r:id="rId11" imgW="1511300" imgH="203200" progId="Equation.3">
                  <p:embed/>
                </p:oleObj>
              </mc:Choice>
              <mc:Fallback>
                <p:oleObj name="公式" r:id="rId11" imgW="1511300" imgH="203200" progId="Equation.3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31913" y="4149725"/>
                        <a:ext cx="3313112" cy="4381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9035" name="Rectangle 15"/>
          <p:cNvSpPr>
            <a:spLocks noChangeArrowheads="1"/>
          </p:cNvSpPr>
          <p:nvPr/>
        </p:nvSpPr>
        <p:spPr bwMode="auto">
          <a:xfrm>
            <a:off x="0" y="3154363"/>
            <a:ext cx="18415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graphicFrame>
        <p:nvGraphicFramePr>
          <p:cNvPr id="129036" name="Object 14"/>
          <p:cNvGraphicFramePr>
            <a:graphicFrameLocks noChangeAspect="1"/>
          </p:cNvGraphicFramePr>
          <p:nvPr/>
        </p:nvGraphicFramePr>
        <p:xfrm>
          <a:off x="1403350" y="4797425"/>
          <a:ext cx="1152525" cy="4206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9107" name="公式" r:id="rId13" imgW="494870" imgH="177646" progId="Equation.3">
                  <p:embed/>
                </p:oleObj>
              </mc:Choice>
              <mc:Fallback>
                <p:oleObj name="公式" r:id="rId13" imgW="494870" imgH="177646" progId="Equation.3">
                  <p:embed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03350" y="4797425"/>
                        <a:ext cx="1152525" cy="4206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9037" name="Rectangle 17"/>
          <p:cNvSpPr>
            <a:spLocks noChangeArrowheads="1"/>
          </p:cNvSpPr>
          <p:nvPr/>
        </p:nvSpPr>
        <p:spPr bwMode="auto">
          <a:xfrm>
            <a:off x="0" y="3154363"/>
            <a:ext cx="18415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graphicFrame>
        <p:nvGraphicFramePr>
          <p:cNvPr id="129038" name="Object 16"/>
          <p:cNvGraphicFramePr>
            <a:graphicFrameLocks noChangeAspect="1"/>
          </p:cNvGraphicFramePr>
          <p:nvPr/>
        </p:nvGraphicFramePr>
        <p:xfrm>
          <a:off x="1476375" y="5516563"/>
          <a:ext cx="5327650" cy="4460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9108" name="公式" r:id="rId15" imgW="2159000" imgH="177800" progId="Equation.3">
                  <p:embed/>
                </p:oleObj>
              </mc:Choice>
              <mc:Fallback>
                <p:oleObj name="公式" r:id="rId15" imgW="2159000" imgH="177800" progId="Equation.3">
                  <p:embed/>
                  <p:pic>
                    <p:nvPicPr>
                      <p:cNvPr id="0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76375" y="5516563"/>
                        <a:ext cx="5327650" cy="4460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0050" name="Object 4"/>
          <p:cNvGraphicFramePr>
            <a:graphicFrameLocks noGrp="1" noChangeAspect="1"/>
          </p:cNvGraphicFramePr>
          <p:nvPr>
            <p:ph idx="1"/>
          </p:nvPr>
        </p:nvGraphicFramePr>
        <p:xfrm>
          <a:off x="765175" y="260350"/>
          <a:ext cx="7847013" cy="6488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0060" name="Document" r:id="rId3" imgW="6434402" imgH="5319911" progId="Word.Document.8">
                  <p:embed/>
                </p:oleObj>
              </mc:Choice>
              <mc:Fallback>
                <p:oleObj name="Document" r:id="rId3" imgW="6434402" imgH="5319911" progId="Word.Document.8">
                  <p:embed/>
                  <p:pic>
                    <p:nvPicPr>
                      <p:cNvPr id="0" name="Object 4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5175" y="260350"/>
                        <a:ext cx="7847013" cy="64881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1074" name="Object 4"/>
          <p:cNvGraphicFramePr>
            <a:graphicFrameLocks noGrp="1" noChangeAspect="1"/>
          </p:cNvGraphicFramePr>
          <p:nvPr>
            <p:ph idx="1"/>
          </p:nvPr>
        </p:nvGraphicFramePr>
        <p:xfrm>
          <a:off x="609600" y="593725"/>
          <a:ext cx="7939088" cy="62595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1084" name="文档" r:id="rId3" imgW="8287437" imgH="6534655" progId="Word.Document.8">
                  <p:embed/>
                </p:oleObj>
              </mc:Choice>
              <mc:Fallback>
                <p:oleObj name="文档" r:id="rId3" imgW="8287437" imgH="6534655" progId="Word.Document.8">
                  <p:embed/>
                  <p:pic>
                    <p:nvPicPr>
                      <p:cNvPr id="0" name="Object 4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9600" y="593725"/>
                        <a:ext cx="7939088" cy="62595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2098" name="Object 3"/>
          <p:cNvGraphicFramePr>
            <a:graphicFrameLocks noGrp="1" noChangeAspect="1"/>
          </p:cNvGraphicFramePr>
          <p:nvPr>
            <p:ph idx="1"/>
          </p:nvPr>
        </p:nvGraphicFramePr>
        <p:xfrm>
          <a:off x="187325" y="1770063"/>
          <a:ext cx="8523288" cy="36877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2108" name="Document" r:id="rId3" imgW="5848056" imgH="2529788" progId="Word.Document.8">
                  <p:embed/>
                </p:oleObj>
              </mc:Choice>
              <mc:Fallback>
                <p:oleObj name="Document" r:id="rId3" imgW="5848056" imgH="2529788" progId="Word.Document.8">
                  <p:embed/>
                  <p:pic>
                    <p:nvPicPr>
                      <p:cNvPr id="0" name="Object 3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7325" y="1770063"/>
                        <a:ext cx="8523288" cy="36877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3122" name="Object 4"/>
          <p:cNvGraphicFramePr>
            <a:graphicFrameLocks noGrp="1" noChangeAspect="1"/>
          </p:cNvGraphicFramePr>
          <p:nvPr>
            <p:ph idx="1"/>
          </p:nvPr>
        </p:nvGraphicFramePr>
        <p:xfrm>
          <a:off x="900113" y="620713"/>
          <a:ext cx="5905500" cy="57038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132" name="文档" r:id="rId3" imgW="3627691" imgH="3503271" progId="Word.Document.8">
                  <p:embed/>
                </p:oleObj>
              </mc:Choice>
              <mc:Fallback>
                <p:oleObj name="文档" r:id="rId3" imgW="3627691" imgH="3503271" progId="Word.Document.8">
                  <p:embed/>
                  <p:pic>
                    <p:nvPicPr>
                      <p:cNvPr id="0" name="Object 4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00113" y="620713"/>
                        <a:ext cx="5905500" cy="57038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4146" name="Object 4"/>
          <p:cNvGraphicFramePr>
            <a:graphicFrameLocks noGrp="1" noChangeAspect="1"/>
          </p:cNvGraphicFramePr>
          <p:nvPr>
            <p:ph idx="1"/>
          </p:nvPr>
        </p:nvGraphicFramePr>
        <p:xfrm>
          <a:off x="339725" y="1268413"/>
          <a:ext cx="8413750" cy="4524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4156" name="Document" r:id="rId3" imgW="5831052" imgH="3135553" progId="Word.Document.8">
                  <p:embed/>
                </p:oleObj>
              </mc:Choice>
              <mc:Fallback>
                <p:oleObj name="Document" r:id="rId3" imgW="5831052" imgH="3135553" progId="Word.Document.8">
                  <p:embed/>
                  <p:pic>
                    <p:nvPicPr>
                      <p:cNvPr id="0" name="Object 4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9725" y="1268413"/>
                        <a:ext cx="8413750" cy="45243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170" name="Text Box 2"/>
          <p:cNvSpPr txBox="1">
            <a:spLocks noChangeArrowheads="1"/>
          </p:cNvSpPr>
          <p:nvPr/>
        </p:nvSpPr>
        <p:spPr bwMode="auto">
          <a:xfrm>
            <a:off x="179388" y="981075"/>
            <a:ext cx="8856662" cy="5262563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1066800" indent="-609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524000" indent="-609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981200" indent="-609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438400" indent="-609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895600" indent="-609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3352800" indent="-609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810000" indent="-609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4267200" indent="-609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7</a:t>
            </a:r>
            <a:r>
              <a:rPr lang="zh-CN" altLang="en-US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、</a:t>
            </a:r>
            <a:r>
              <a:rPr lang="zh-CN" altLang="en-US" sz="2800" b="1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水（</a:t>
            </a:r>
            <a:r>
              <a:rPr lang="en-US" altLang="zh-CN" sz="2800" b="1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A</a:t>
            </a:r>
            <a:r>
              <a:rPr lang="zh-CN" altLang="en-US" sz="2800" b="1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）和异丁醇（</a:t>
            </a:r>
            <a:r>
              <a:rPr lang="en-US" altLang="zh-CN" sz="2800" b="1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B</a:t>
            </a:r>
            <a:r>
              <a:rPr lang="zh-CN" altLang="en-US" sz="2800" b="1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）的正常沸点分别为</a:t>
            </a:r>
            <a:r>
              <a:rPr lang="en-US" altLang="zh-CN" sz="2800" b="1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100℃</a:t>
            </a:r>
            <a:r>
              <a:rPr lang="zh-CN" altLang="en-US" sz="2800" b="1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和</a:t>
            </a:r>
            <a:r>
              <a:rPr lang="en-US" altLang="zh-CN" sz="2800" b="1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118℃</a:t>
            </a:r>
            <a:r>
              <a:rPr lang="zh-CN" altLang="en-US" sz="2800" b="1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。二者可形成液相部分互溶系统，在</a:t>
            </a:r>
            <a:r>
              <a:rPr lang="en-US" altLang="zh-CN" sz="2800" b="1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90.0℃</a:t>
            </a:r>
            <a:r>
              <a:rPr lang="zh-CN" altLang="en-US" sz="2800" b="1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达到气液液三相平衡，平衡组成（以</a:t>
            </a:r>
            <a:r>
              <a:rPr lang="en-US" altLang="zh-CN" sz="2800" b="1" i="1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w</a:t>
            </a:r>
            <a:r>
              <a:rPr lang="en-US" altLang="zh-CN" sz="2800" b="1" baseline="-3000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B</a:t>
            </a:r>
            <a:r>
              <a:rPr lang="zh-CN" altLang="en-US" sz="2800" b="1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计）分别为水相</a:t>
            </a:r>
            <a:r>
              <a:rPr lang="en-US" altLang="zh-CN" sz="2800" b="1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0.10</a:t>
            </a:r>
            <a:r>
              <a:rPr lang="zh-CN" altLang="en-US" sz="2800" b="1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，醇相</a:t>
            </a:r>
            <a:r>
              <a:rPr lang="en-US" altLang="zh-CN" sz="2800" b="1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0.75</a:t>
            </a:r>
            <a:r>
              <a:rPr lang="zh-CN" altLang="en-US" sz="2800" b="1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，气相</a:t>
            </a:r>
            <a:r>
              <a:rPr lang="en-US" altLang="zh-CN" sz="2800" b="1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0.65</a:t>
            </a:r>
            <a:r>
              <a:rPr lang="zh-CN" altLang="en-US" sz="2800" b="1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。</a:t>
            </a:r>
          </a:p>
          <a:p>
            <a:pPr eaLnBrk="1" hangingPunct="1"/>
            <a:r>
              <a:rPr lang="en-US" altLang="zh-CN" sz="2800" b="1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    (1)</a:t>
            </a:r>
            <a:r>
              <a:rPr lang="zh-CN" altLang="en-US" sz="2800" b="1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试画出该系统恒压气液液平衡相图的大致形状，并在相图上标明各相区内存在的相。</a:t>
            </a:r>
          </a:p>
          <a:p>
            <a:pPr eaLnBrk="1" hangingPunct="1"/>
            <a:r>
              <a:rPr lang="en-US" altLang="zh-CN" sz="2800" b="1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    (2)</a:t>
            </a:r>
            <a:r>
              <a:rPr lang="zh-CN" altLang="en-US" sz="2800" b="1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试计算在</a:t>
            </a:r>
            <a:r>
              <a:rPr lang="en-US" altLang="zh-CN" sz="2800" b="1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101.325kpa</a:t>
            </a:r>
            <a:r>
              <a:rPr lang="zh-CN" altLang="en-US" sz="2800" b="1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下，气液液三相共存时的自由度</a:t>
            </a:r>
            <a:r>
              <a:rPr lang="en-US" altLang="zh-CN" sz="2800" b="1" i="1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f</a:t>
            </a:r>
            <a:r>
              <a:rPr lang="zh-CN" altLang="en-US" sz="2800" b="1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（列出算式）。</a:t>
            </a:r>
          </a:p>
          <a:p>
            <a:pPr eaLnBrk="1" hangingPunct="1"/>
            <a:r>
              <a:rPr lang="en-US" altLang="zh-CN" sz="2800" b="1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    (3)</a:t>
            </a:r>
            <a:r>
              <a:rPr lang="zh-CN" altLang="en-US" sz="2800" b="1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将</a:t>
            </a:r>
            <a:r>
              <a:rPr lang="en-US" altLang="zh-CN" sz="2800" b="1" i="1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w</a:t>
            </a:r>
            <a:r>
              <a:rPr lang="en-US" altLang="zh-CN" sz="2800" b="1" baseline="-3000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B</a:t>
            </a:r>
            <a:r>
              <a:rPr lang="zh-CN" altLang="en-US" sz="2800" b="1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为</a:t>
            </a:r>
            <a:r>
              <a:rPr lang="en-US" altLang="zh-CN" sz="2800" b="1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0.30</a:t>
            </a:r>
            <a:r>
              <a:rPr lang="zh-CN" altLang="en-US" sz="2800" b="1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的</a:t>
            </a:r>
            <a:r>
              <a:rPr lang="en-US" altLang="zh-CN" sz="2800" b="1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A</a:t>
            </a:r>
            <a:r>
              <a:rPr lang="zh-CN" altLang="en-US" sz="2800" b="1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和</a:t>
            </a:r>
            <a:r>
              <a:rPr lang="en-US" altLang="zh-CN" sz="2800" b="1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B</a:t>
            </a:r>
            <a:r>
              <a:rPr lang="zh-CN" altLang="en-US" sz="2800" b="1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的混合物</a:t>
            </a:r>
            <a:r>
              <a:rPr lang="en-US" altLang="zh-CN" sz="2800" b="1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500g</a:t>
            </a:r>
            <a:r>
              <a:rPr lang="zh-CN" altLang="en-US" sz="2800" b="1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，加热至温度刚要达到</a:t>
            </a:r>
            <a:r>
              <a:rPr lang="en-US" altLang="zh-CN" sz="2800" b="1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90.0℃</a:t>
            </a:r>
            <a:r>
              <a:rPr lang="zh-CN" altLang="en-US" sz="2800" b="1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，试计算各相的质量。</a:t>
            </a:r>
          </a:p>
          <a:p>
            <a:pPr eaLnBrk="1" hangingPunct="1"/>
            <a:r>
              <a:rPr lang="en-US" altLang="zh-CN" sz="2800" b="1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    (4)</a:t>
            </a:r>
            <a:r>
              <a:rPr lang="zh-CN" altLang="en-US" sz="2800" b="1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若将</a:t>
            </a:r>
            <a:r>
              <a:rPr lang="en-US" altLang="zh-CN" sz="2800" b="1" i="1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w</a:t>
            </a:r>
            <a:r>
              <a:rPr lang="en-US" altLang="zh-CN" sz="2800" b="1" baseline="-3000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B</a:t>
            </a:r>
            <a:r>
              <a:rPr lang="zh-CN" altLang="en-US" sz="2800" b="1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为</a:t>
            </a:r>
            <a:r>
              <a:rPr lang="en-US" altLang="zh-CN" sz="2800" b="1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0.08</a:t>
            </a:r>
            <a:r>
              <a:rPr lang="zh-CN" altLang="en-US" sz="2800" b="1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的溶液放入一精馏塔中精馏，当塔板数足够多时，塔顶和塔底各得到什么？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6194" name="Object 2"/>
          <p:cNvGraphicFramePr>
            <a:graphicFrameLocks noChangeAspect="1"/>
          </p:cNvGraphicFramePr>
          <p:nvPr/>
        </p:nvGraphicFramePr>
        <p:xfrm>
          <a:off x="2465388" y="188913"/>
          <a:ext cx="4033837" cy="40052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6257" r:id="rId3" imgW="1990725" imgH="1981200" progId="CorelDRAW.Graphic.6">
                  <p:embed/>
                </p:oleObj>
              </mc:Choice>
              <mc:Fallback>
                <p:oleObj r:id="rId3" imgW="1990725" imgH="1981200" progId="CorelDRAW.Graphic.6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65388" y="188913"/>
                        <a:ext cx="4033837" cy="40052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6195" name="Text Box 3"/>
          <p:cNvSpPr txBox="1">
            <a:spLocks noChangeArrowheads="1"/>
          </p:cNvSpPr>
          <p:nvPr/>
        </p:nvSpPr>
        <p:spPr bwMode="auto">
          <a:xfrm>
            <a:off x="1008063" y="188913"/>
            <a:ext cx="1576387" cy="4619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2400" b="1">
                <a:latin typeface="Times New Roman" panose="02020603050405020304" pitchFamily="18" charset="0"/>
                <a:ea typeface="黑体" panose="02010609060101010101" pitchFamily="49" charset="-122"/>
              </a:rPr>
              <a:t>解</a:t>
            </a:r>
            <a:r>
              <a:rPr lang="zh-CN" altLang="en-US" sz="2400" b="1">
                <a:latin typeface="Times New Roman" panose="02020603050405020304" pitchFamily="18" charset="0"/>
                <a:ea typeface="黑体" panose="02010609060101010101" pitchFamily="49" charset="-122"/>
                <a:sym typeface="Wingdings" panose="05000000000000000000" pitchFamily="2" charset="2"/>
              </a:rPr>
              <a:t>：（</a:t>
            </a:r>
            <a:r>
              <a:rPr lang="en-US" altLang="zh-CN" sz="2400" b="1">
                <a:latin typeface="Times New Roman" panose="02020603050405020304" pitchFamily="18" charset="0"/>
                <a:ea typeface="黑体" panose="02010609060101010101" pitchFamily="49" charset="-122"/>
                <a:sym typeface="Wingdings" panose="05000000000000000000" pitchFamily="2" charset="2"/>
              </a:rPr>
              <a:t>1</a:t>
            </a:r>
            <a:r>
              <a:rPr lang="zh-CN" altLang="en-US" sz="2400" b="1">
                <a:latin typeface="Times New Roman" panose="02020603050405020304" pitchFamily="18" charset="0"/>
                <a:ea typeface="黑体" panose="02010609060101010101" pitchFamily="49" charset="-122"/>
                <a:sym typeface="Wingdings" panose="05000000000000000000" pitchFamily="2" charset="2"/>
              </a:rPr>
              <a:t>）</a:t>
            </a:r>
            <a:endParaRPr lang="zh-CN" altLang="en-US" sz="2400" b="1"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sp>
        <p:nvSpPr>
          <p:cNvPr id="136196" name="Rectangle 4"/>
          <p:cNvSpPr>
            <a:spLocks noChangeArrowheads="1"/>
          </p:cNvSpPr>
          <p:nvPr/>
        </p:nvSpPr>
        <p:spPr bwMode="auto">
          <a:xfrm>
            <a:off x="0" y="2844800"/>
            <a:ext cx="18415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graphicFrame>
        <p:nvGraphicFramePr>
          <p:cNvPr id="136197" name="Object 5"/>
          <p:cNvGraphicFramePr>
            <a:graphicFrameLocks noChangeAspect="1"/>
          </p:cNvGraphicFramePr>
          <p:nvPr/>
        </p:nvGraphicFramePr>
        <p:xfrm>
          <a:off x="5051425" y="4854575"/>
          <a:ext cx="2689225" cy="542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6258" name="公式" r:id="rId5" imgW="1193800" imgH="241300" progId="Equation.3">
                  <p:embed/>
                </p:oleObj>
              </mc:Choice>
              <mc:Fallback>
                <p:oleObj name="公式" r:id="rId5" imgW="1193800" imgH="24130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51425" y="4854575"/>
                        <a:ext cx="2689225" cy="5429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6198" name="Object 6"/>
          <p:cNvGraphicFramePr>
            <a:graphicFrameLocks noChangeAspect="1"/>
          </p:cNvGraphicFramePr>
          <p:nvPr/>
        </p:nvGraphicFramePr>
        <p:xfrm>
          <a:off x="1201738" y="4167188"/>
          <a:ext cx="6923087" cy="485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6259" name="公式" r:id="rId7" imgW="3073400" imgH="215900" progId="Equation.3">
                  <p:embed/>
                </p:oleObj>
              </mc:Choice>
              <mc:Fallback>
                <p:oleObj name="公式" r:id="rId7" imgW="3073400" imgH="21590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01738" y="4167188"/>
                        <a:ext cx="6923087" cy="4857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6199" name="Object 7"/>
          <p:cNvGraphicFramePr>
            <a:graphicFrameLocks noChangeAspect="1"/>
          </p:cNvGraphicFramePr>
          <p:nvPr/>
        </p:nvGraphicFramePr>
        <p:xfrm>
          <a:off x="1162050" y="4567238"/>
          <a:ext cx="1516063" cy="971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6260" name="公式" r:id="rId9" imgW="672808" imgH="431613" progId="Equation.3">
                  <p:embed/>
                </p:oleObj>
              </mc:Choice>
              <mc:Fallback>
                <p:oleObj name="公式" r:id="rId9" imgW="672808" imgH="431613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62050" y="4567238"/>
                        <a:ext cx="1516063" cy="9715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6200" name="Object 8"/>
          <p:cNvGraphicFramePr>
            <a:graphicFrameLocks noChangeAspect="1"/>
          </p:cNvGraphicFramePr>
          <p:nvPr/>
        </p:nvGraphicFramePr>
        <p:xfrm>
          <a:off x="2843213" y="4675188"/>
          <a:ext cx="1573212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6261" name="公式" r:id="rId11" imgW="698197" imgH="406224" progId="Equation.3">
                  <p:embed/>
                </p:oleObj>
              </mc:Choice>
              <mc:Fallback>
                <p:oleObj name="公式" r:id="rId11" imgW="698197" imgH="406224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43213" y="4675188"/>
                        <a:ext cx="1573212" cy="914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6201" name="Object 9"/>
          <p:cNvGraphicFramePr>
            <a:graphicFrameLocks noChangeAspect="1"/>
          </p:cNvGraphicFramePr>
          <p:nvPr/>
        </p:nvGraphicFramePr>
        <p:xfrm>
          <a:off x="1835150" y="5589588"/>
          <a:ext cx="4664075" cy="542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6262" name="公式" r:id="rId13" imgW="2070100" imgH="241300" progId="Equation.3">
                  <p:embed/>
                </p:oleObj>
              </mc:Choice>
              <mc:Fallback>
                <p:oleObj name="公式" r:id="rId13" imgW="2070100" imgH="241300" progId="Equation.3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35150" y="5589588"/>
                        <a:ext cx="4664075" cy="5429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6202" name="Rectangle 10"/>
          <p:cNvSpPr>
            <a:spLocks noChangeArrowheads="1"/>
          </p:cNvSpPr>
          <p:nvPr/>
        </p:nvSpPr>
        <p:spPr bwMode="auto">
          <a:xfrm>
            <a:off x="827088" y="6092825"/>
            <a:ext cx="9504362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2400" b="1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（</a:t>
            </a:r>
            <a:r>
              <a:rPr lang="en-US" altLang="zh-CN" sz="2400" b="1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4</a:t>
            </a:r>
            <a:r>
              <a:rPr lang="zh-CN" altLang="en-US" sz="2400" b="1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）塔顶</a:t>
            </a:r>
            <a:r>
              <a:rPr lang="en-US" altLang="zh-CN" sz="2400" b="1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-</a:t>
            </a:r>
            <a:r>
              <a:rPr lang="zh-CN" altLang="en-US" sz="2400" b="1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恒沸物，塔底</a:t>
            </a:r>
            <a:r>
              <a:rPr lang="en-US" altLang="zh-CN" sz="2400" b="1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-</a:t>
            </a:r>
            <a:r>
              <a:rPr lang="zh-CN" altLang="en-US" sz="2400" b="1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纯水</a:t>
            </a:r>
            <a:r>
              <a:rPr lang="en-US" altLang="zh-CN" sz="2400" b="1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A</a:t>
            </a:r>
            <a:r>
              <a:rPr lang="en-US" altLang="zh-CN"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7218" name="Object 4"/>
          <p:cNvGraphicFramePr>
            <a:graphicFrameLocks noGrp="1" noChangeAspect="1"/>
          </p:cNvGraphicFramePr>
          <p:nvPr>
            <p:ph idx="1"/>
          </p:nvPr>
        </p:nvGraphicFramePr>
        <p:xfrm>
          <a:off x="228600" y="1341438"/>
          <a:ext cx="8285163" cy="31702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7228" name="Document" r:id="rId3" imgW="6082429" imgH="2327867" progId="Word.Document.8">
                  <p:embed/>
                </p:oleObj>
              </mc:Choice>
              <mc:Fallback>
                <p:oleObj name="Document" r:id="rId3" imgW="6082429" imgH="2327867" progId="Word.Document.8">
                  <p:embed/>
                  <p:pic>
                    <p:nvPicPr>
                      <p:cNvPr id="0" name="Object 4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8600" y="1341438"/>
                        <a:ext cx="8285163" cy="31702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8242" name="Object 4"/>
          <p:cNvGraphicFramePr>
            <a:graphicFrameLocks noGrp="1" noChangeAspect="1"/>
          </p:cNvGraphicFramePr>
          <p:nvPr>
            <p:ph idx="1"/>
          </p:nvPr>
        </p:nvGraphicFramePr>
        <p:xfrm>
          <a:off x="827088" y="336550"/>
          <a:ext cx="7112000" cy="6191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8252" name="文档" r:id="rId3" imgW="5631983" imgH="4903931" progId="Word.Document.8">
                  <p:embed/>
                </p:oleObj>
              </mc:Choice>
              <mc:Fallback>
                <p:oleObj name="文档" r:id="rId3" imgW="5631983" imgH="4903931" progId="Word.Document.8">
                  <p:embed/>
                  <p:pic>
                    <p:nvPicPr>
                      <p:cNvPr id="0" name="Object 4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27088" y="336550"/>
                        <a:ext cx="7112000" cy="6191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9266" name="Object 4"/>
          <p:cNvGraphicFramePr>
            <a:graphicFrameLocks noGrp="1" noChangeAspect="1"/>
          </p:cNvGraphicFramePr>
          <p:nvPr>
            <p:ph idx="1"/>
          </p:nvPr>
        </p:nvGraphicFramePr>
        <p:xfrm>
          <a:off x="698500" y="1987550"/>
          <a:ext cx="7796213" cy="26209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9276" name="Document" r:id="rId3" imgW="6120496" imgH="2057436" progId="Word.Document.8">
                  <p:embed/>
                </p:oleObj>
              </mc:Choice>
              <mc:Fallback>
                <p:oleObj name="Document" r:id="rId3" imgW="6120496" imgH="2057436" progId="Word.Document.8">
                  <p:embed/>
                  <p:pic>
                    <p:nvPicPr>
                      <p:cNvPr id="0" name="Object 4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8500" y="1987550"/>
                        <a:ext cx="7796213" cy="26209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40290" name="Object 4"/>
          <p:cNvGraphicFramePr>
            <a:graphicFrameLocks noGrp="1" noChangeAspect="1"/>
          </p:cNvGraphicFramePr>
          <p:nvPr>
            <p:ph/>
          </p:nvPr>
        </p:nvGraphicFramePr>
        <p:xfrm>
          <a:off x="615950" y="255588"/>
          <a:ext cx="7739063" cy="5572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0300" name="Document" r:id="rId3" imgW="4950204" imgH="3563194" progId="Word.Document.8">
                  <p:embed/>
                </p:oleObj>
              </mc:Choice>
              <mc:Fallback>
                <p:oleObj name="Document" r:id="rId3" imgW="4950204" imgH="3563194" progId="Word.Document.8">
                  <p:embed/>
                  <p:pic>
                    <p:nvPicPr>
                      <p:cNvPr id="0" name="Object 4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5950" y="255588"/>
                        <a:ext cx="7739063" cy="55721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314" name="Text Box 2"/>
          <p:cNvSpPr txBox="1">
            <a:spLocks noChangeArrowheads="1"/>
          </p:cNvSpPr>
          <p:nvPr/>
        </p:nvSpPr>
        <p:spPr bwMode="auto">
          <a:xfrm>
            <a:off x="107950" y="549275"/>
            <a:ext cx="8748713" cy="436245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/>
            <a:r>
              <a:rPr kumimoji="1" lang="en-US" altLang="zh-CN" sz="2800" b="1">
                <a:latin typeface="Times New Roman" panose="02020603050405020304" pitchFamily="18" charset="0"/>
                <a:ea typeface="黑体" panose="02010609060101010101" pitchFamily="49" charset="-122"/>
              </a:rPr>
              <a:t>11</a:t>
            </a:r>
            <a:r>
              <a:rPr kumimoji="1" lang="zh-CN" altLang="en-US" sz="2800" b="1">
                <a:latin typeface="Times New Roman" panose="02020603050405020304" pitchFamily="18" charset="0"/>
                <a:ea typeface="黑体" panose="02010609060101010101" pitchFamily="49" charset="-122"/>
              </a:rPr>
              <a:t>、</a:t>
            </a:r>
            <a:r>
              <a:rPr kumimoji="1" lang="en-US" altLang="zh-CN" sz="2800" b="1">
                <a:latin typeface="Times New Roman" panose="02020603050405020304" pitchFamily="18" charset="0"/>
                <a:ea typeface="黑体" panose="02010609060101010101" pitchFamily="49" charset="-122"/>
              </a:rPr>
              <a:t>293K</a:t>
            </a:r>
            <a:r>
              <a:rPr kumimoji="1" lang="zh-CN" altLang="en-US" sz="2800" b="1">
                <a:latin typeface="Times New Roman" panose="02020603050405020304" pitchFamily="18" charset="0"/>
                <a:ea typeface="黑体" panose="02010609060101010101" pitchFamily="49" charset="-122"/>
              </a:rPr>
              <a:t>时，将半径为</a:t>
            </a:r>
            <a:r>
              <a:rPr kumimoji="1" lang="en-US" altLang="zh-CN" sz="2800" b="1">
                <a:latin typeface="Times New Roman" panose="02020603050405020304" pitchFamily="18" charset="0"/>
                <a:ea typeface="黑体" panose="02010609060101010101" pitchFamily="49" charset="-122"/>
              </a:rPr>
              <a:t>1cm</a:t>
            </a:r>
            <a:r>
              <a:rPr kumimoji="1" lang="zh-CN" altLang="en-US" sz="2800" b="1">
                <a:latin typeface="Times New Roman" panose="02020603050405020304" pitchFamily="18" charset="0"/>
                <a:ea typeface="黑体" panose="02010609060101010101" pitchFamily="49" charset="-122"/>
              </a:rPr>
              <a:t>的球状液体水分散成半径为</a:t>
            </a:r>
            <a:r>
              <a:rPr kumimoji="1" lang="en-US" altLang="zh-CN" sz="2800" b="1">
                <a:latin typeface="Times New Roman" panose="02020603050405020304" pitchFamily="18" charset="0"/>
                <a:ea typeface="黑体" panose="02010609060101010101" pitchFamily="49" charset="-122"/>
              </a:rPr>
              <a:t>1×10</a:t>
            </a:r>
            <a:r>
              <a:rPr kumimoji="1" lang="en-US" altLang="zh-CN" sz="2800" b="1" baseline="30000">
                <a:latin typeface="Times New Roman" panose="02020603050405020304" pitchFamily="18" charset="0"/>
                <a:ea typeface="黑体" panose="02010609060101010101" pitchFamily="49" charset="-122"/>
              </a:rPr>
              <a:t>-8</a:t>
            </a:r>
            <a:r>
              <a:rPr kumimoji="1" lang="en-US" altLang="zh-CN" sz="2800" b="1">
                <a:latin typeface="Times New Roman" panose="02020603050405020304" pitchFamily="18" charset="0"/>
                <a:ea typeface="黑体" panose="02010609060101010101" pitchFamily="49" charset="-122"/>
              </a:rPr>
              <a:t>m</a:t>
            </a:r>
            <a:r>
              <a:rPr kumimoji="1" lang="zh-CN" altLang="en-US" sz="2800" b="1">
                <a:latin typeface="Times New Roman" panose="02020603050405020304" pitchFamily="18" charset="0"/>
                <a:ea typeface="黑体" panose="02010609060101010101" pitchFamily="49" charset="-122"/>
              </a:rPr>
              <a:t>的液滴。已知</a:t>
            </a:r>
            <a:r>
              <a:rPr kumimoji="1" lang="en-US" altLang="zh-CN" sz="2800" b="1">
                <a:latin typeface="Times New Roman" panose="02020603050405020304" pitchFamily="18" charset="0"/>
                <a:ea typeface="黑体" panose="02010609060101010101" pitchFamily="49" charset="-122"/>
              </a:rPr>
              <a:t>293K</a:t>
            </a:r>
            <a:r>
              <a:rPr kumimoji="1" lang="zh-CN" altLang="en-US" sz="2800" b="1">
                <a:latin typeface="Times New Roman" panose="02020603050405020304" pitchFamily="18" charset="0"/>
                <a:ea typeface="黑体" panose="02010609060101010101" pitchFamily="49" charset="-122"/>
              </a:rPr>
              <a:t>时，水的表面张力                                 ，摩尔质量                                ，密度                                 。</a:t>
            </a:r>
            <a:r>
              <a:rPr kumimoji="1" lang="en-US" altLang="zh-CN" sz="2800" b="1">
                <a:latin typeface="Times New Roman" panose="02020603050405020304" pitchFamily="18" charset="0"/>
                <a:ea typeface="黑体" panose="02010609060101010101" pitchFamily="49" charset="-122"/>
              </a:rPr>
              <a:t>273K</a:t>
            </a:r>
            <a:r>
              <a:rPr kumimoji="1" lang="zh-CN" altLang="en-US" sz="2800" b="1">
                <a:latin typeface="Times New Roman" panose="02020603050405020304" pitchFamily="18" charset="0"/>
                <a:ea typeface="黑体" panose="02010609060101010101" pitchFamily="49" charset="-122"/>
              </a:rPr>
              <a:t>时，水的饱和蒸气压为</a:t>
            </a:r>
            <a:r>
              <a:rPr kumimoji="1" lang="en-US" altLang="zh-CN" sz="2800" b="1">
                <a:latin typeface="Times New Roman" panose="02020603050405020304" pitchFamily="18" charset="0"/>
                <a:ea typeface="黑体" panose="02010609060101010101" pitchFamily="49" charset="-122"/>
              </a:rPr>
              <a:t>610.5Pa</a:t>
            </a:r>
            <a:r>
              <a:rPr kumimoji="1" lang="zh-CN" altLang="en-US" sz="2800" b="1">
                <a:latin typeface="Times New Roman" panose="02020603050405020304" pitchFamily="18" charset="0"/>
                <a:ea typeface="黑体" panose="02010609060101010101" pitchFamily="49" charset="-122"/>
              </a:rPr>
              <a:t>，设在</a:t>
            </a:r>
            <a:r>
              <a:rPr kumimoji="1" lang="en-US" altLang="zh-CN" sz="2800" b="1">
                <a:latin typeface="Times New Roman" panose="02020603050405020304" pitchFamily="18" charset="0"/>
                <a:ea typeface="黑体" panose="02010609060101010101" pitchFamily="49" charset="-122"/>
              </a:rPr>
              <a:t>273~293K</a:t>
            </a:r>
            <a:r>
              <a:rPr kumimoji="1" lang="zh-CN" altLang="en-US" sz="2800" b="1">
                <a:latin typeface="Times New Roman" panose="02020603050405020304" pitchFamily="18" charset="0"/>
                <a:ea typeface="黑体" panose="02010609060101010101" pitchFamily="49" charset="-122"/>
              </a:rPr>
              <a:t>内，水的摩尔蒸发焓不随温度而变，为                            。问：</a:t>
            </a:r>
          </a:p>
          <a:p>
            <a:pPr algn="just" eaLnBrk="1" hangingPunct="1"/>
            <a:r>
              <a:rPr kumimoji="1" lang="en-US" altLang="zh-CN" sz="2800" b="1">
                <a:latin typeface="Times New Roman" panose="02020603050405020304" pitchFamily="18" charset="0"/>
                <a:ea typeface="黑体" panose="02010609060101010101" pitchFamily="49" charset="-122"/>
              </a:rPr>
              <a:t>(1)</a:t>
            </a:r>
            <a:r>
              <a:rPr kumimoji="1" lang="zh-CN" altLang="en-US" sz="2800" b="1">
                <a:latin typeface="Times New Roman" panose="02020603050405020304" pitchFamily="18" charset="0"/>
                <a:ea typeface="黑体" panose="02010609060101010101" pitchFamily="49" charset="-122"/>
              </a:rPr>
              <a:t>需消耗的最小功为多少？表面吉布斯能增加多少？</a:t>
            </a:r>
          </a:p>
          <a:p>
            <a:pPr algn="just" eaLnBrk="1" hangingPunct="1"/>
            <a:r>
              <a:rPr kumimoji="1" lang="en-US" altLang="zh-CN" sz="2800" b="1">
                <a:latin typeface="Times New Roman" panose="02020603050405020304" pitchFamily="18" charset="0"/>
                <a:ea typeface="黑体" panose="02010609060101010101" pitchFamily="49" charset="-122"/>
              </a:rPr>
              <a:t>(2)</a:t>
            </a:r>
            <a:r>
              <a:rPr kumimoji="1" lang="zh-CN" altLang="en-US" sz="2800" b="1">
                <a:latin typeface="Times New Roman" panose="02020603050405020304" pitchFamily="18" charset="0"/>
                <a:ea typeface="黑体" panose="02010609060101010101" pitchFamily="49" charset="-122"/>
              </a:rPr>
              <a:t>半径为</a:t>
            </a:r>
            <a:r>
              <a:rPr kumimoji="1" lang="en-US" altLang="zh-CN" sz="2800" b="1">
                <a:latin typeface="Times New Roman" panose="02020603050405020304" pitchFamily="18" charset="0"/>
                <a:ea typeface="黑体" panose="02010609060101010101" pitchFamily="49" charset="-122"/>
              </a:rPr>
              <a:t>1×10</a:t>
            </a:r>
            <a:r>
              <a:rPr kumimoji="1" lang="en-US" altLang="zh-CN" sz="2800" b="1" baseline="30000">
                <a:latin typeface="Times New Roman" panose="02020603050405020304" pitchFamily="18" charset="0"/>
                <a:ea typeface="黑体" panose="02010609060101010101" pitchFamily="49" charset="-122"/>
              </a:rPr>
              <a:t>-8</a:t>
            </a:r>
            <a:r>
              <a:rPr kumimoji="1" lang="en-US" altLang="zh-CN" sz="2800" b="1">
                <a:latin typeface="Times New Roman" panose="02020603050405020304" pitchFamily="18" charset="0"/>
                <a:ea typeface="黑体" panose="02010609060101010101" pitchFamily="49" charset="-122"/>
              </a:rPr>
              <a:t>m</a:t>
            </a:r>
            <a:r>
              <a:rPr kumimoji="1" lang="zh-CN" altLang="en-US" sz="2800" b="1">
                <a:latin typeface="Times New Roman" panose="02020603050405020304" pitchFamily="18" charset="0"/>
                <a:ea typeface="黑体" panose="02010609060101010101" pitchFamily="49" charset="-122"/>
              </a:rPr>
              <a:t>的水滴界面内外的压力差为多少？</a:t>
            </a:r>
          </a:p>
          <a:p>
            <a:pPr algn="just" eaLnBrk="1" hangingPunct="1"/>
            <a:r>
              <a:rPr kumimoji="1" lang="en-US" altLang="zh-CN" sz="2800" b="1">
                <a:latin typeface="Times New Roman" panose="02020603050405020304" pitchFamily="18" charset="0"/>
                <a:ea typeface="黑体" panose="02010609060101010101" pitchFamily="49" charset="-122"/>
              </a:rPr>
              <a:t>(3)293K</a:t>
            </a:r>
            <a:r>
              <a:rPr kumimoji="1" lang="zh-CN" altLang="en-US" sz="2800" b="1">
                <a:latin typeface="Times New Roman" panose="02020603050405020304" pitchFamily="18" charset="0"/>
                <a:ea typeface="黑体" panose="02010609060101010101" pitchFamily="49" charset="-122"/>
              </a:rPr>
              <a:t>时，半径为</a:t>
            </a:r>
            <a:r>
              <a:rPr kumimoji="1" lang="en-US" altLang="zh-CN" sz="2800" b="1">
                <a:latin typeface="Times New Roman" panose="02020603050405020304" pitchFamily="18" charset="0"/>
                <a:ea typeface="黑体" panose="02010609060101010101" pitchFamily="49" charset="-122"/>
              </a:rPr>
              <a:t>1×10</a:t>
            </a:r>
            <a:r>
              <a:rPr kumimoji="1" lang="en-US" altLang="zh-CN" sz="2800" b="1" baseline="30000">
                <a:latin typeface="Times New Roman" panose="02020603050405020304" pitchFamily="18" charset="0"/>
                <a:ea typeface="黑体" panose="02010609060101010101" pitchFamily="49" charset="-122"/>
              </a:rPr>
              <a:t>-8</a:t>
            </a:r>
            <a:r>
              <a:rPr kumimoji="1" lang="en-US" altLang="zh-CN" sz="2800" b="1">
                <a:latin typeface="Times New Roman" panose="02020603050405020304" pitchFamily="18" charset="0"/>
                <a:ea typeface="黑体" panose="02010609060101010101" pitchFamily="49" charset="-122"/>
              </a:rPr>
              <a:t>m</a:t>
            </a:r>
            <a:r>
              <a:rPr kumimoji="1" lang="zh-CN" altLang="en-US" sz="2800" b="1">
                <a:latin typeface="Times New Roman" panose="02020603050405020304" pitchFamily="18" charset="0"/>
                <a:ea typeface="黑体" panose="02010609060101010101" pitchFamily="49" charset="-122"/>
              </a:rPr>
              <a:t>的水滴的饱和蒸气压是多少？ </a:t>
            </a:r>
          </a:p>
        </p:txBody>
      </p:sp>
      <p:sp>
        <p:nvSpPr>
          <p:cNvPr id="141315" name="Rectangle 3"/>
          <p:cNvSpPr>
            <a:spLocks noChangeArrowheads="1"/>
          </p:cNvSpPr>
          <p:nvPr/>
        </p:nvSpPr>
        <p:spPr bwMode="auto">
          <a:xfrm>
            <a:off x="107950" y="2352675"/>
            <a:ext cx="184150" cy="369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graphicFrame>
        <p:nvGraphicFramePr>
          <p:cNvPr id="141316" name="Object 4"/>
          <p:cNvGraphicFramePr>
            <a:graphicFrameLocks/>
          </p:cNvGraphicFramePr>
          <p:nvPr/>
        </p:nvGraphicFramePr>
        <p:xfrm>
          <a:off x="647700" y="1412875"/>
          <a:ext cx="2784475" cy="4333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1359" name="公式" r:id="rId3" imgW="1180588" imgH="203112" progId="Equation.3">
                  <p:embed/>
                </p:oleObj>
              </mc:Choice>
              <mc:Fallback>
                <p:oleObj name="公式" r:id="rId3" imgW="1180588" imgH="203112" progId="Equation.3">
                  <p:embed/>
                  <p:pic>
                    <p:nvPicPr>
                      <p:cNvPr id="0" name="Object 4"/>
                      <p:cNvPicPr>
                        <a:picLocks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7700" y="1412875"/>
                        <a:ext cx="2784475" cy="4333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1317" name="Rectangle 5"/>
          <p:cNvSpPr>
            <a:spLocks noChangeArrowheads="1"/>
          </p:cNvSpPr>
          <p:nvPr/>
        </p:nvSpPr>
        <p:spPr bwMode="auto">
          <a:xfrm>
            <a:off x="107950" y="2336800"/>
            <a:ext cx="184150" cy="369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graphicFrame>
        <p:nvGraphicFramePr>
          <p:cNvPr id="141318" name="Object 6"/>
          <p:cNvGraphicFramePr>
            <a:graphicFrameLocks noChangeAspect="1"/>
          </p:cNvGraphicFramePr>
          <p:nvPr/>
        </p:nvGraphicFramePr>
        <p:xfrm>
          <a:off x="5472113" y="1354138"/>
          <a:ext cx="2625725" cy="561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1360" name="公式" r:id="rId5" imgW="1066800" imgH="228600" progId="Equation.3">
                  <p:embed/>
                </p:oleObj>
              </mc:Choice>
              <mc:Fallback>
                <p:oleObj name="公式" r:id="rId5" imgW="1066800" imgH="22860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72113" y="1354138"/>
                        <a:ext cx="2625725" cy="561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1319" name="Rectangle 7"/>
          <p:cNvSpPr>
            <a:spLocks noChangeArrowheads="1"/>
          </p:cNvSpPr>
          <p:nvPr/>
        </p:nvSpPr>
        <p:spPr bwMode="auto">
          <a:xfrm>
            <a:off x="107950" y="2336800"/>
            <a:ext cx="184150" cy="369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graphicFrame>
        <p:nvGraphicFramePr>
          <p:cNvPr id="141320" name="Object 8"/>
          <p:cNvGraphicFramePr>
            <a:graphicFrameLocks noChangeAspect="1"/>
          </p:cNvGraphicFramePr>
          <p:nvPr/>
        </p:nvGraphicFramePr>
        <p:xfrm>
          <a:off x="1090613" y="1773238"/>
          <a:ext cx="2728912" cy="561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1361" name="公式" r:id="rId7" imgW="1104900" imgH="228600" progId="Equation.3">
                  <p:embed/>
                </p:oleObj>
              </mc:Choice>
              <mc:Fallback>
                <p:oleObj name="公式" r:id="rId7" imgW="1104900" imgH="228600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90613" y="1773238"/>
                        <a:ext cx="2728912" cy="561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1321" name="Rectangle 9"/>
          <p:cNvSpPr>
            <a:spLocks noChangeArrowheads="1"/>
          </p:cNvSpPr>
          <p:nvPr/>
        </p:nvSpPr>
        <p:spPr bwMode="auto">
          <a:xfrm>
            <a:off x="107950" y="2347913"/>
            <a:ext cx="184150" cy="369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graphicFrame>
        <p:nvGraphicFramePr>
          <p:cNvPr id="141322" name="Object 10"/>
          <p:cNvGraphicFramePr>
            <a:graphicFrameLocks noChangeAspect="1"/>
          </p:cNvGraphicFramePr>
          <p:nvPr/>
        </p:nvGraphicFramePr>
        <p:xfrm>
          <a:off x="1709738" y="2670175"/>
          <a:ext cx="2222500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1362" name="公式" r:id="rId9" imgW="901309" imgH="203112" progId="Equation.3">
                  <p:embed/>
                </p:oleObj>
              </mc:Choice>
              <mc:Fallback>
                <p:oleObj name="公式" r:id="rId9" imgW="901309" imgH="203112" progId="Equation.3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09738" y="2670175"/>
                        <a:ext cx="2222500" cy="508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42338" name="Object 2"/>
          <p:cNvGraphicFramePr>
            <a:graphicFrameLocks noChangeAspect="1"/>
          </p:cNvGraphicFramePr>
          <p:nvPr/>
        </p:nvGraphicFramePr>
        <p:xfrm>
          <a:off x="323850" y="1268413"/>
          <a:ext cx="8424863" cy="28781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2374" name="公式" r:id="rId3" imgW="3797300" imgH="1295400" progId="Equation.3">
                  <p:embed/>
                </p:oleObj>
              </mc:Choice>
              <mc:Fallback>
                <p:oleObj name="公式" r:id="rId3" imgW="3797300" imgH="1295400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3850" y="1268413"/>
                        <a:ext cx="8424863" cy="28781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2339" name="Rectangle 3"/>
          <p:cNvSpPr>
            <a:spLocks noChangeArrowheads="1"/>
          </p:cNvSpPr>
          <p:nvPr/>
        </p:nvSpPr>
        <p:spPr bwMode="auto">
          <a:xfrm>
            <a:off x="395288" y="404813"/>
            <a:ext cx="8243887" cy="94615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tabLst>
                <a:tab pos="1943100" algn="ctr"/>
                <a:tab pos="40005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tabLst>
                <a:tab pos="1943100" algn="ctr"/>
                <a:tab pos="40005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tabLst>
                <a:tab pos="1943100" algn="ctr"/>
                <a:tab pos="40005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tabLst>
                <a:tab pos="1943100" algn="ctr"/>
                <a:tab pos="40005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tabLst>
                <a:tab pos="1943100" algn="ctr"/>
                <a:tab pos="40005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943100" algn="ctr"/>
                <a:tab pos="40005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943100" algn="ctr"/>
                <a:tab pos="40005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943100" algn="ctr"/>
                <a:tab pos="40005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943100" algn="ctr"/>
                <a:tab pos="40005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zh-CN" altLang="en-US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解：</a:t>
            </a:r>
            <a:r>
              <a:rPr kumimoji="1" lang="en-US" altLang="zh-CN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(1) </a:t>
            </a:r>
            <a:r>
              <a:rPr kumimoji="1" lang="zh-CN" altLang="en-US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设球状液体水的半径为</a:t>
            </a:r>
            <a:r>
              <a:rPr kumimoji="1" lang="en-US" altLang="zh-CN" sz="2800" b="1" i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R</a:t>
            </a:r>
            <a:r>
              <a:rPr kumimoji="1" lang="zh-CN" altLang="en-US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，小水滴半径为   </a:t>
            </a:r>
          </a:p>
          <a:p>
            <a:pPr eaLnBrk="1" hangingPunct="1"/>
            <a:r>
              <a:rPr kumimoji="1" lang="zh-CN" altLang="en-US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              </a:t>
            </a:r>
            <a:r>
              <a:rPr kumimoji="1" lang="en-US" altLang="zh-CN" sz="2800" b="1" i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r</a:t>
            </a:r>
            <a:r>
              <a:rPr kumimoji="1" lang="zh-CN" altLang="en-US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，所消耗的最小功即为可逆界面功	</a:t>
            </a:r>
          </a:p>
        </p:txBody>
      </p:sp>
      <p:sp>
        <p:nvSpPr>
          <p:cNvPr id="142340" name="Rectangle 4"/>
          <p:cNvSpPr>
            <a:spLocks noChangeArrowheads="1"/>
          </p:cNvSpPr>
          <p:nvPr/>
        </p:nvSpPr>
        <p:spPr bwMode="auto">
          <a:xfrm>
            <a:off x="827088" y="4076700"/>
            <a:ext cx="7993062" cy="946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zh-CN" altLang="en-US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由可逆性判据可知，恒温恒压可逆过程系统吉布斯函数的变化值等于可逆界面功，所以</a:t>
            </a:r>
          </a:p>
        </p:txBody>
      </p:sp>
      <p:sp>
        <p:nvSpPr>
          <p:cNvPr id="142341" name="Rectangle 5"/>
          <p:cNvSpPr>
            <a:spLocks noChangeArrowheads="1"/>
          </p:cNvSpPr>
          <p:nvPr/>
        </p:nvSpPr>
        <p:spPr bwMode="auto">
          <a:xfrm>
            <a:off x="1922463" y="4410075"/>
            <a:ext cx="215900" cy="228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900"/>
              <a:t> </a:t>
            </a:r>
            <a:endParaRPr lang="en-US" altLang="zh-CN"/>
          </a:p>
        </p:txBody>
      </p:sp>
      <p:sp>
        <p:nvSpPr>
          <p:cNvPr id="142342" name="Rectangle 6"/>
          <p:cNvSpPr>
            <a:spLocks noChangeArrowheads="1"/>
          </p:cNvSpPr>
          <p:nvPr/>
        </p:nvSpPr>
        <p:spPr bwMode="auto">
          <a:xfrm>
            <a:off x="0" y="3146425"/>
            <a:ext cx="18415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142343" name="Rectangle 7"/>
          <p:cNvSpPr>
            <a:spLocks noChangeArrowheads="1"/>
          </p:cNvSpPr>
          <p:nvPr/>
        </p:nvSpPr>
        <p:spPr bwMode="auto">
          <a:xfrm>
            <a:off x="0" y="3146425"/>
            <a:ext cx="18415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graphicFrame>
        <p:nvGraphicFramePr>
          <p:cNvPr id="142344" name="Object 8"/>
          <p:cNvGraphicFramePr>
            <a:graphicFrameLocks noChangeAspect="1"/>
          </p:cNvGraphicFramePr>
          <p:nvPr/>
        </p:nvGraphicFramePr>
        <p:xfrm>
          <a:off x="2625725" y="5084763"/>
          <a:ext cx="2668588" cy="501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2375" name="公式" r:id="rId5" imgW="1079032" imgH="203112" progId="Equation.3">
                  <p:embed/>
                </p:oleObj>
              </mc:Choice>
              <mc:Fallback>
                <p:oleObj name="公式" r:id="rId5" imgW="1079032" imgH="203112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25725" y="5084763"/>
                        <a:ext cx="2668588" cy="501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2345" name="Rectangle 9"/>
          <p:cNvSpPr>
            <a:spLocks noChangeArrowheads="1"/>
          </p:cNvSpPr>
          <p:nvPr/>
        </p:nvSpPr>
        <p:spPr bwMode="auto">
          <a:xfrm>
            <a:off x="0" y="5734050"/>
            <a:ext cx="109855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en-US" altLang="zh-CN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(2)</a:t>
            </a:r>
            <a:r>
              <a:rPr lang="en-US" altLang="zh-CN" sz="100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	</a:t>
            </a:r>
            <a:endParaRPr lang="en-US" altLang="zh-CN"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142346" name="Object 10"/>
          <p:cNvGraphicFramePr>
            <a:graphicFrameLocks noChangeAspect="1"/>
          </p:cNvGraphicFramePr>
          <p:nvPr/>
        </p:nvGraphicFramePr>
        <p:xfrm>
          <a:off x="900113" y="5589588"/>
          <a:ext cx="7775575" cy="1009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2376" name="公式" r:id="rId7" imgW="3327400" imgH="431800" progId="Equation.3">
                  <p:embed/>
                </p:oleObj>
              </mc:Choice>
              <mc:Fallback>
                <p:oleObj name="公式" r:id="rId7" imgW="3327400" imgH="431800" progId="Equation.3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00113" y="5589588"/>
                        <a:ext cx="7775575" cy="1009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62" name="Rectangle 2"/>
          <p:cNvSpPr>
            <a:spLocks noChangeArrowheads="1"/>
          </p:cNvSpPr>
          <p:nvPr/>
        </p:nvSpPr>
        <p:spPr bwMode="auto">
          <a:xfrm>
            <a:off x="0" y="2174875"/>
            <a:ext cx="835025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indent="555625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1000"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endParaRPr lang="en-US" altLang="zh-CN" sz="900">
              <a:cs typeface="Times New Roman" panose="02020603050405020304" pitchFamily="18" charset="0"/>
            </a:endParaRPr>
          </a:p>
          <a:p>
            <a:r>
              <a:rPr lang="en-US" altLang="zh-CN" sz="10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altLang="zh-CN">
              <a:cs typeface="Times New Roman" panose="02020603050405020304" pitchFamily="18" charset="0"/>
            </a:endParaRPr>
          </a:p>
        </p:txBody>
      </p:sp>
      <p:sp>
        <p:nvSpPr>
          <p:cNvPr id="143363" name="Rectangle 4"/>
          <p:cNvSpPr>
            <a:spLocks noChangeArrowheads="1"/>
          </p:cNvSpPr>
          <p:nvPr/>
        </p:nvSpPr>
        <p:spPr bwMode="auto">
          <a:xfrm>
            <a:off x="323850" y="4797425"/>
            <a:ext cx="446405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 indent="555625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en-US" altLang="zh-CN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293K</a:t>
            </a:r>
            <a:r>
              <a:rPr kumimoji="1" lang="zh-CN" altLang="en-US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时，</a:t>
            </a:r>
          </a:p>
        </p:txBody>
      </p:sp>
      <p:sp>
        <p:nvSpPr>
          <p:cNvPr id="143364" name="Rectangle 5"/>
          <p:cNvSpPr>
            <a:spLocks noChangeArrowheads="1"/>
          </p:cNvSpPr>
          <p:nvPr/>
        </p:nvSpPr>
        <p:spPr bwMode="auto">
          <a:xfrm>
            <a:off x="0" y="4356100"/>
            <a:ext cx="1162050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1000">
                <a:latin typeface="Times New Roman" panose="02020603050405020304" pitchFamily="18" charset="0"/>
                <a:cs typeface="Times New Roman" panose="02020603050405020304" pitchFamily="18" charset="0"/>
              </a:rPr>
              <a:t>	  </a:t>
            </a:r>
            <a:endParaRPr lang="en-US" altLang="zh-CN">
              <a:cs typeface="Times New Roman" panose="02020603050405020304" pitchFamily="18" charset="0"/>
            </a:endParaRPr>
          </a:p>
        </p:txBody>
      </p:sp>
      <p:graphicFrame>
        <p:nvGraphicFramePr>
          <p:cNvPr id="143365" name="Object 7"/>
          <p:cNvGraphicFramePr>
            <a:graphicFrameLocks/>
          </p:cNvGraphicFramePr>
          <p:nvPr/>
        </p:nvGraphicFramePr>
        <p:xfrm>
          <a:off x="1119188" y="454025"/>
          <a:ext cx="5886450" cy="21923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431" name="公式" r:id="rId3" imgW="2438400" imgH="850900" progId="Equation.3">
                  <p:embed/>
                </p:oleObj>
              </mc:Choice>
              <mc:Fallback>
                <p:oleObj name="公式" r:id="rId3" imgW="2438400" imgH="850900" progId="Equation.3">
                  <p:embed/>
                  <p:pic>
                    <p:nvPicPr>
                      <p:cNvPr id="0" name="Object 7"/>
                      <p:cNvPicPr>
                        <a:picLocks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19188" y="454025"/>
                        <a:ext cx="5886450" cy="21923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3366" name="Rectangle 8"/>
          <p:cNvSpPr>
            <a:spLocks noChangeArrowheads="1"/>
          </p:cNvSpPr>
          <p:nvPr/>
        </p:nvSpPr>
        <p:spPr bwMode="auto">
          <a:xfrm>
            <a:off x="3687763" y="2876550"/>
            <a:ext cx="215900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10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altLang="zh-CN">
              <a:cs typeface="Times New Roman" panose="02020603050405020304" pitchFamily="18" charset="0"/>
            </a:endParaRPr>
          </a:p>
        </p:txBody>
      </p:sp>
      <p:sp>
        <p:nvSpPr>
          <p:cNvPr id="143367" name="Rectangle 9"/>
          <p:cNvSpPr>
            <a:spLocks noChangeArrowheads="1"/>
          </p:cNvSpPr>
          <p:nvPr/>
        </p:nvSpPr>
        <p:spPr bwMode="auto">
          <a:xfrm>
            <a:off x="3687763" y="3517900"/>
            <a:ext cx="374650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1000">
                <a:latin typeface="Times New Roman" panose="02020603050405020304" pitchFamily="18" charset="0"/>
                <a:cs typeface="Times New Roman" panose="02020603050405020304" pitchFamily="18" charset="0"/>
              </a:rPr>
              <a:t>，  </a:t>
            </a:r>
            <a:endParaRPr lang="zh-CN" altLang="en-US">
              <a:cs typeface="Times New Roman" panose="02020603050405020304" pitchFamily="18" charset="0"/>
            </a:endParaRPr>
          </a:p>
        </p:txBody>
      </p:sp>
      <p:sp>
        <p:nvSpPr>
          <p:cNvPr id="143368" name="Rectangle 10"/>
          <p:cNvSpPr>
            <a:spLocks noChangeArrowheads="1"/>
          </p:cNvSpPr>
          <p:nvPr/>
        </p:nvSpPr>
        <p:spPr bwMode="auto">
          <a:xfrm>
            <a:off x="0" y="3135313"/>
            <a:ext cx="18415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143369" name="Rectangle 11"/>
          <p:cNvSpPr>
            <a:spLocks noChangeArrowheads="1"/>
          </p:cNvSpPr>
          <p:nvPr/>
        </p:nvSpPr>
        <p:spPr bwMode="auto">
          <a:xfrm>
            <a:off x="0" y="3135313"/>
            <a:ext cx="18415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143370" name="Rectangle 12"/>
          <p:cNvSpPr>
            <a:spLocks noChangeArrowheads="1"/>
          </p:cNvSpPr>
          <p:nvPr/>
        </p:nvSpPr>
        <p:spPr bwMode="auto">
          <a:xfrm>
            <a:off x="0" y="3043238"/>
            <a:ext cx="18415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143371" name="Rectangle 13"/>
          <p:cNvSpPr>
            <a:spLocks noChangeArrowheads="1"/>
          </p:cNvSpPr>
          <p:nvPr/>
        </p:nvSpPr>
        <p:spPr bwMode="auto">
          <a:xfrm>
            <a:off x="0" y="3043238"/>
            <a:ext cx="18415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graphicFrame>
        <p:nvGraphicFramePr>
          <p:cNvPr id="143372" name="Object 14"/>
          <p:cNvGraphicFramePr>
            <a:graphicFrameLocks noChangeAspect="1"/>
          </p:cNvGraphicFramePr>
          <p:nvPr/>
        </p:nvGraphicFramePr>
        <p:xfrm>
          <a:off x="611188" y="5402263"/>
          <a:ext cx="1833562" cy="11223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432" name="公式" r:id="rId5" imgW="723586" imgH="444307" progId="Equation.3">
                  <p:embed/>
                </p:oleObj>
              </mc:Choice>
              <mc:Fallback>
                <p:oleObj name="公式" r:id="rId5" imgW="723586" imgH="444307" progId="Equation.3">
                  <p:embed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1188" y="5402263"/>
                        <a:ext cx="1833562" cy="11223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3373" name="Object 15"/>
          <p:cNvGraphicFramePr>
            <a:graphicFrameLocks noChangeAspect="1"/>
          </p:cNvGraphicFramePr>
          <p:nvPr/>
        </p:nvGraphicFramePr>
        <p:xfrm>
          <a:off x="1835150" y="3933825"/>
          <a:ext cx="4997450" cy="555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433" name="公式" r:id="rId7" imgW="2057400" imgH="228600" progId="Equation.3">
                  <p:embed/>
                </p:oleObj>
              </mc:Choice>
              <mc:Fallback>
                <p:oleObj name="公式" r:id="rId7" imgW="2057400" imgH="228600" progId="Equation.3">
                  <p:embed/>
                  <p:pic>
                    <p:nvPicPr>
                      <p:cNvPr id="0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35150" y="3933825"/>
                        <a:ext cx="4997450" cy="5556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3374" name="Object 16"/>
          <p:cNvGraphicFramePr>
            <a:graphicFrameLocks noChangeAspect="1"/>
          </p:cNvGraphicFramePr>
          <p:nvPr/>
        </p:nvGraphicFramePr>
        <p:xfrm>
          <a:off x="2916238" y="5589588"/>
          <a:ext cx="5472112" cy="6683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434" name="公式" r:id="rId9" imgW="1879600" imgH="228600" progId="Equation.3">
                  <p:embed/>
                </p:oleObj>
              </mc:Choice>
              <mc:Fallback>
                <p:oleObj name="公式" r:id="rId9" imgW="1879600" imgH="228600" progId="Equation.3">
                  <p:embed/>
                  <p:pic>
                    <p:nvPicPr>
                      <p:cNvPr id="0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16238" y="5589588"/>
                        <a:ext cx="5472112" cy="6683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3375" name="Object 17"/>
          <p:cNvGraphicFramePr>
            <a:graphicFrameLocks noChangeAspect="1"/>
          </p:cNvGraphicFramePr>
          <p:nvPr/>
        </p:nvGraphicFramePr>
        <p:xfrm>
          <a:off x="2555875" y="4500563"/>
          <a:ext cx="3816350" cy="11287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435" name="公式" r:id="rId11" imgW="1474877" imgH="424392" progId="Equation.3">
                  <p:embed/>
                </p:oleObj>
              </mc:Choice>
              <mc:Fallback>
                <p:oleObj name="公式" r:id="rId11" imgW="1474877" imgH="424392" progId="Equation.3">
                  <p:embed/>
                  <p:pic>
                    <p:nvPicPr>
                      <p:cNvPr id="0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55875" y="4500563"/>
                        <a:ext cx="3816350" cy="11287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3376" name="Object 18"/>
          <p:cNvGraphicFramePr>
            <a:graphicFrameLocks noChangeAspect="1"/>
          </p:cNvGraphicFramePr>
          <p:nvPr/>
        </p:nvGraphicFramePr>
        <p:xfrm>
          <a:off x="1835150" y="2636838"/>
          <a:ext cx="2663825" cy="10779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436" name="公式" r:id="rId13" imgW="1130300" imgH="457200" progId="Equation.3">
                  <p:embed/>
                </p:oleObj>
              </mc:Choice>
              <mc:Fallback>
                <p:oleObj name="公式" r:id="rId13" imgW="1130300" imgH="457200" progId="Equation.3">
                  <p:embed/>
                  <p:pic>
                    <p:nvPicPr>
                      <p:cNvPr id="0" name="Object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35150" y="2636838"/>
                        <a:ext cx="2663825" cy="10779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ppt868">
  <a:themeElements>
    <a:clrScheme name="ppt868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ppt868">
      <a:majorFont>
        <a:latin typeface="Arial"/>
        <a:ea typeface="黑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>
    <a:extraClrScheme>
      <a:clrScheme name="ppt868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pt868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pt868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pt868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pt868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pt868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pt868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pt868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pt868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pt868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pt868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pt868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自定义设计方案">
  <a:themeElements>
    <a:clrScheme name="自定义设计方案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自定义设计方案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>
    <a:extraClrScheme>
      <a:clrScheme name="自定义设计方案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自定义设计方案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自定义设计方案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自定义设计方案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自定义设计方案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自定义设计方案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自定义设计方案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自定义设计方案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自定义设计方案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自定义设计方案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自定义设计方案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自定义设计方案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华理1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华理1" id="{FF14BF6A-4CF5-4AEE-AC38-C0898317177C}" vid="{3F2B2A1F-62AE-412D-8C49-94BA38B8B748}"/>
    </a:ext>
  </a:extLst>
</a:theme>
</file>

<file path=ppt/theme/theme4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ppt868</Template>
  <TotalTime>5979</TotalTime>
  <Words>2070</Words>
  <Application>Microsoft Office PowerPoint</Application>
  <PresentationFormat>全屏显示(4:3)</PresentationFormat>
  <Paragraphs>374</Paragraphs>
  <Slides>91</Slides>
  <Notes>26</Notes>
  <HiddenSlides>0</HiddenSlides>
  <MMClips>0</MMClips>
  <ScaleCrop>false</ScaleCrop>
  <HeadingPairs>
    <vt:vector size="8" baseType="variant">
      <vt:variant>
        <vt:lpstr>已用的字体</vt:lpstr>
      </vt:variant>
      <vt:variant>
        <vt:i4>15</vt:i4>
      </vt:variant>
      <vt:variant>
        <vt:lpstr>主题</vt:lpstr>
      </vt:variant>
      <vt:variant>
        <vt:i4>3</vt:i4>
      </vt:variant>
      <vt:variant>
        <vt:lpstr>嵌入 OLE 服务器</vt:lpstr>
      </vt:variant>
      <vt:variant>
        <vt:i4>7</vt:i4>
      </vt:variant>
      <vt:variant>
        <vt:lpstr>幻灯片标题</vt:lpstr>
      </vt:variant>
      <vt:variant>
        <vt:i4>91</vt:i4>
      </vt:variant>
    </vt:vector>
  </HeadingPairs>
  <TitlesOfParts>
    <vt:vector size="116" baseType="lpstr">
      <vt:lpstr>等线</vt:lpstr>
      <vt:lpstr>等线 Light</vt:lpstr>
      <vt:lpstr>黑体</vt:lpstr>
      <vt:lpstr>华文细黑</vt:lpstr>
      <vt:lpstr>宋体</vt:lpstr>
      <vt:lpstr>微软雅黑</vt:lpstr>
      <vt:lpstr>Arial</vt:lpstr>
      <vt:lpstr>Calibri</vt:lpstr>
      <vt:lpstr>Calibri Light</vt:lpstr>
      <vt:lpstr>Impact</vt:lpstr>
      <vt:lpstr>Symbol</vt:lpstr>
      <vt:lpstr>Times New Roman</vt:lpstr>
      <vt:lpstr>Verdana</vt:lpstr>
      <vt:lpstr>Wingdings</vt:lpstr>
      <vt:lpstr>Wingdings 2</vt:lpstr>
      <vt:lpstr>ppt868</vt:lpstr>
      <vt:lpstr>自定义设计方案</vt:lpstr>
      <vt:lpstr>华理1</vt:lpstr>
      <vt:lpstr>公式</vt:lpstr>
      <vt:lpstr>Equation</vt:lpstr>
      <vt:lpstr>Microsoft 公式 3.0</vt:lpstr>
      <vt:lpstr>位图图像</vt:lpstr>
      <vt:lpstr>文档</vt:lpstr>
      <vt:lpstr>Document</vt:lpstr>
      <vt:lpstr>CorelDRAW.Graphic.6</vt:lpstr>
      <vt:lpstr>物  理  化  学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界面过剩量：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www.ftpdown.com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第3章  多组分系统的热力学，逸度和活度 </dc:title>
  <dc:creator>FtpDown</dc:creator>
  <cp:lastModifiedBy>shen xy</cp:lastModifiedBy>
  <cp:revision>127</cp:revision>
  <dcterms:created xsi:type="dcterms:W3CDTF">2007-06-21T03:06:51Z</dcterms:created>
  <dcterms:modified xsi:type="dcterms:W3CDTF">2025-12-24T04:30:45Z</dcterms:modified>
</cp:coreProperties>
</file>